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handoutMasterIdLst>
    <p:handoutMasterId r:id="rId12"/>
  </p:handoutMasterIdLst>
  <p:sldIdLst>
    <p:sldId id="331" r:id="rId5"/>
    <p:sldId id="309" r:id="rId6"/>
    <p:sldId id="264" r:id="rId7"/>
    <p:sldId id="338" r:id="rId8"/>
    <p:sldId id="339" r:id="rId9"/>
    <p:sldId id="335" r:id="rId10"/>
  </p:sldIdLst>
  <p:sldSz cx="12192000" cy="6858000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设计" id="{98D20F61-6043-4923-9B9A-3EE97168FDEE}">
          <p14:sldIdLst>
            <p14:sldId id="331"/>
            <p14:sldId id="309"/>
            <p14:sldId id="264"/>
            <p14:sldId id="338"/>
            <p14:sldId id="339"/>
            <p14:sldId id="335"/>
          </p14:sldIdLst>
        </p14:section>
        <p14:section name="使用技巧" id="{2E7B49A8-7DA7-4A86-A19A-51C48FE31DC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pos="2933" userDrawn="1">
          <p15:clr>
            <a:srgbClr val="A4A3A4"/>
          </p15:clr>
        </p15:guide>
        <p15:guide id="6" pos="4747" userDrawn="1">
          <p15:clr>
            <a:srgbClr val="A4A3A4"/>
          </p15:clr>
        </p15:guide>
        <p15:guide id="7" orient="horz" pos="2659" userDrawn="1">
          <p15:clr>
            <a:srgbClr val="A4A3A4"/>
          </p15:clr>
        </p15:guide>
        <p15:guide id="8" orient="horz" pos="1661" userDrawn="1">
          <p15:clr>
            <a:srgbClr val="A4A3A4"/>
          </p15:clr>
        </p15:guide>
        <p15:guide id="10" pos="5654" userDrawn="1">
          <p15:clr>
            <a:srgbClr val="A4A3A4"/>
          </p15:clr>
        </p15:guide>
        <p15:guide id="11" pos="6562" userDrawn="1">
          <p15:clr>
            <a:srgbClr val="A4A3A4"/>
          </p15:clr>
        </p15:guide>
        <p15:guide id="12" pos="1118" userDrawn="1">
          <p15:clr>
            <a:srgbClr val="A4A3A4"/>
          </p15:clr>
        </p15:guide>
        <p15:guide id="13" orient="horz" pos="3158" userDrawn="1">
          <p15:clr>
            <a:srgbClr val="A4A3A4"/>
          </p15:clr>
        </p15:guide>
        <p15:guide id="14" orient="horz" pos="1162" userDrawn="1">
          <p15:clr>
            <a:srgbClr val="A4A3A4"/>
          </p15:clr>
        </p15:guide>
        <p15:guide id="15" orient="horz" pos="3657" userDrawn="1">
          <p15:clr>
            <a:srgbClr val="A4A3A4"/>
          </p15:clr>
        </p15:guide>
        <p15:guide id="17" pos="20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FCF46"/>
    <a:srgbClr val="A9D18E"/>
    <a:srgbClr val="FFFFFF"/>
    <a:srgbClr val="FD8F36"/>
    <a:srgbClr val="1A77C4"/>
    <a:srgbClr val="3F5787"/>
    <a:srgbClr val="D9D9D9"/>
    <a:srgbClr val="FAFAFA"/>
    <a:srgbClr val="1F8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8E11E1-EBD6-4CCC-ABD7-0CF67657B1F2}" v="1" dt="2019-08-07T04:57:05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6" autoAdjust="0"/>
    <p:restoredTop sz="80657" autoAdjust="0"/>
  </p:normalViewPr>
  <p:slideViewPr>
    <p:cSldViewPr snapToGrid="0" showGuides="1">
      <p:cViewPr varScale="1">
        <p:scale>
          <a:sx n="52" d="100"/>
          <a:sy n="52" d="100"/>
        </p:scale>
        <p:origin x="753" y="60"/>
      </p:cViewPr>
      <p:guideLst>
        <p:guide orient="horz" pos="2160"/>
        <p:guide pos="3840"/>
        <p:guide pos="438"/>
        <p:guide pos="7242"/>
        <p:guide pos="2933"/>
        <p:guide pos="4747"/>
        <p:guide orient="horz" pos="2659"/>
        <p:guide orient="horz" pos="1661"/>
        <p:guide pos="5654"/>
        <p:guide pos="6562"/>
        <p:guide pos="1118"/>
        <p:guide orient="horz" pos="3158"/>
        <p:guide orient="horz" pos="1162"/>
        <p:guide orient="horz" pos="3657"/>
        <p:guide pos="20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1258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sheng Zhu" userId="235d122c-3b57-4c5d-826a-7dbf2d1a59d1" providerId="ADAL" clId="{8C8E11E1-EBD6-4CCC-ABD7-0CF67657B1F2}"/>
    <pc:docChg chg="undo custSel modSld">
      <pc:chgData name="Weisheng Zhu" userId="235d122c-3b57-4c5d-826a-7dbf2d1a59d1" providerId="ADAL" clId="{8C8E11E1-EBD6-4CCC-ABD7-0CF67657B1F2}" dt="2019-08-07T04:57:08.659" v="4" actId="20577"/>
      <pc:docMkLst>
        <pc:docMk/>
      </pc:docMkLst>
      <pc:sldChg chg="modSp">
        <pc:chgData name="Weisheng Zhu" userId="235d122c-3b57-4c5d-826a-7dbf2d1a59d1" providerId="ADAL" clId="{8C8E11E1-EBD6-4CCC-ABD7-0CF67657B1F2}" dt="2019-08-07T04:57:08.659" v="4" actId="20577"/>
        <pc:sldMkLst>
          <pc:docMk/>
          <pc:sldMk cId="981581490" sldId="281"/>
        </pc:sldMkLst>
        <pc:spChg chg="mod">
          <ac:chgData name="Weisheng Zhu" userId="235d122c-3b57-4c5d-826a-7dbf2d1a59d1" providerId="ADAL" clId="{8C8E11E1-EBD6-4CCC-ABD7-0CF67657B1F2}" dt="2019-08-07T04:57:08.659" v="4" actId="20577"/>
          <ac:spMkLst>
            <pc:docMk/>
            <pc:sldMk cId="981581490" sldId="281"/>
            <ac:spMk id="2" creationId="{D759B69D-7AB2-4515-ADE3-C87ACDC4476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3A21E-A21C-4AD6-AC73-C1E921B44A0D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F8E40-B6C2-4F8C-9144-6EC288A69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1299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1970D-4733-4569-9950-69188D797AFF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2D0A4-2D73-42D6-8CE4-EF37B1DD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53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2D0A4-2D73-42D6-8CE4-EF37B1DD013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406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With popularity of location based service, large-scale long-term</a:t>
            </a:r>
            <a:r>
              <a:rPr lang="zh-CN" altLang="en-US" dirty="0"/>
              <a:t> </a:t>
            </a:r>
            <a:r>
              <a:rPr lang="en-US" altLang="zh-CN" dirty="0"/>
              <a:t>mobility data is available to be collected,  However, it suffers from sparsity issue since users do not allow continuous tracing due to privacy and battery consumption concerns.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2D0A4-2D73-42D6-8CE4-EF37B1DD01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663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2060"/>
                </a:solidFill>
                <a:ea typeface="Arial Unicode MS" panose="020B0604020202020204" pitchFamily="34" charset="-122"/>
                <a:cs typeface="Times New Roman" panose="02020603050405020304" pitchFamily="18" charset="0"/>
              </a:rPr>
              <a:t>Considering that this kind of data can cover a long periodical, we aim to reconstruct personal trajectory at fine spatial-temporal granularity from history.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2D0A4-2D73-42D6-8CE4-EF37B1DD01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861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2060"/>
                </a:solidFill>
                <a:ea typeface="Arial Unicode MS" panose="020B0604020202020204" pitchFamily="34" charset="-122"/>
                <a:cs typeface="Times New Roman" panose="02020603050405020304" pitchFamily="18" charset="0"/>
              </a:rPr>
              <a:t>To achieve this goal, we propose a novel model which harness the power of attention mechanism to well tackle the challenges of this problem.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2D0A4-2D73-42D6-8CE4-EF37B1DD01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231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2060"/>
                </a:solidFill>
                <a:ea typeface="Arial Unicode MS" panose="020B0604020202020204" pitchFamily="34" charset="-122"/>
                <a:cs typeface="Times New Roman" panose="02020603050405020304" pitchFamily="18" charset="0"/>
              </a:rPr>
              <a:t>Experiments on real world datasets demonstrate the superiority of our model. By densifying the trajectory,  our model paves the way for various mobility-related downstream applications.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2D0A4-2D73-42D6-8CE4-EF37B1DD01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23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EB2E4F71-EB35-42E0-AECB-49F7638D037B}"/>
              </a:ext>
            </a:extLst>
          </p:cNvPr>
          <p:cNvGrpSpPr/>
          <p:nvPr userDrawn="1"/>
        </p:nvGrpSpPr>
        <p:grpSpPr>
          <a:xfrm>
            <a:off x="-6579190" y="-442650"/>
            <a:ext cx="24301094" cy="7743300"/>
            <a:chOff x="-6579190" y="-442650"/>
            <a:chExt cx="24301094" cy="774330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20559EC-4EB6-4FFC-BA4B-77E5EE3A3264}"/>
                </a:ext>
              </a:extLst>
            </p:cNvPr>
            <p:cNvGrpSpPr/>
            <p:nvPr userDrawn="1"/>
          </p:nvGrpSpPr>
          <p:grpSpPr>
            <a:xfrm>
              <a:off x="-6579190" y="-442650"/>
              <a:ext cx="15844379" cy="7743300"/>
              <a:chOff x="-7074490" y="-442650"/>
              <a:chExt cx="15844379" cy="7743300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C359DF13-6345-4A10-9310-ECFD95073DE8}"/>
                  </a:ext>
                </a:extLst>
              </p:cNvPr>
              <p:cNvSpPr/>
              <p:nvPr/>
            </p:nvSpPr>
            <p:spPr>
              <a:xfrm>
                <a:off x="959389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5E192DED-6983-47E8-BF20-14E9D79EFA5A}"/>
                  </a:ext>
                </a:extLst>
              </p:cNvPr>
              <p:cNvSpPr/>
              <p:nvPr/>
            </p:nvSpPr>
            <p:spPr>
              <a:xfrm>
                <a:off x="536553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01306418-E399-4C53-8148-C1633E634657}"/>
                  </a:ext>
                </a:extLst>
              </p:cNvPr>
              <p:cNvSpPr/>
              <p:nvPr/>
            </p:nvSpPr>
            <p:spPr>
              <a:xfrm>
                <a:off x="1137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D0BB47AE-B43B-444E-A2C1-66A9499BBF1F}"/>
                  </a:ext>
                </a:extLst>
              </p:cNvPr>
              <p:cNvSpPr/>
              <p:nvPr/>
            </p:nvSpPr>
            <p:spPr>
              <a:xfrm>
                <a:off x="-3091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A5D7730E-8681-4FFA-8C40-0AB9F3BC3A27}"/>
                  </a:ext>
                </a:extLst>
              </p:cNvPr>
              <p:cNvSpPr/>
              <p:nvPr/>
            </p:nvSpPr>
            <p:spPr>
              <a:xfrm>
                <a:off x="-731954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09615465-BFD4-44C6-AD9A-82D8DB3FC363}"/>
                  </a:ext>
                </a:extLst>
              </p:cNvPr>
              <p:cNvSpPr/>
              <p:nvPr/>
            </p:nvSpPr>
            <p:spPr>
              <a:xfrm>
                <a:off x="-1154790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7D2A028D-5614-4888-9E14-ED4264B9DEA1}"/>
                  </a:ext>
                </a:extLst>
              </p:cNvPr>
              <p:cNvSpPr/>
              <p:nvPr/>
            </p:nvSpPr>
            <p:spPr>
              <a:xfrm>
                <a:off x="-1577625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BAFE057D-F9AE-49F9-A2A0-566715E42276}"/>
                  </a:ext>
                </a:extLst>
              </p:cNvPr>
              <p:cNvSpPr/>
              <p:nvPr/>
            </p:nvSpPr>
            <p:spPr>
              <a:xfrm>
                <a:off x="-200046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21B88C56-EB2F-4BF6-A4B1-48170E165E6E}"/>
                  </a:ext>
                </a:extLst>
              </p:cNvPr>
              <p:cNvSpPr/>
              <p:nvPr/>
            </p:nvSpPr>
            <p:spPr>
              <a:xfrm>
                <a:off x="-242329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A355B8D5-700E-41D3-8567-F0E69FE32E57}"/>
                  </a:ext>
                </a:extLst>
              </p:cNvPr>
              <p:cNvSpPr/>
              <p:nvPr/>
            </p:nvSpPr>
            <p:spPr>
              <a:xfrm>
                <a:off x="-284613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1C937825-8F00-4EA0-8F16-C00B69844DB5}"/>
                  </a:ext>
                </a:extLst>
              </p:cNvPr>
              <p:cNvSpPr/>
              <p:nvPr/>
            </p:nvSpPr>
            <p:spPr>
              <a:xfrm>
                <a:off x="-326896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4439058D-3013-4AA5-A955-5F12C1F48BC9}"/>
                  </a:ext>
                </a:extLst>
              </p:cNvPr>
              <p:cNvSpPr/>
              <p:nvPr/>
            </p:nvSpPr>
            <p:spPr>
              <a:xfrm>
                <a:off x="-369180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A1CBF332-3B35-4F82-8DF9-9F25F8C57F3F}"/>
                  </a:ext>
                </a:extLst>
              </p:cNvPr>
              <p:cNvSpPr/>
              <p:nvPr/>
            </p:nvSpPr>
            <p:spPr>
              <a:xfrm>
                <a:off x="-411464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FB713327-BADA-47CE-8E3A-2276A2431F5C}"/>
                  </a:ext>
                </a:extLst>
              </p:cNvPr>
              <p:cNvSpPr/>
              <p:nvPr/>
            </p:nvSpPr>
            <p:spPr>
              <a:xfrm>
                <a:off x="-4537476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5F40F1B2-2FB5-485F-8FDC-3BD0B05CE225}"/>
                  </a:ext>
                </a:extLst>
              </p:cNvPr>
              <p:cNvSpPr/>
              <p:nvPr/>
            </p:nvSpPr>
            <p:spPr>
              <a:xfrm>
                <a:off x="-496031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341D72CC-5838-4128-A2E1-CDFF26094F56}"/>
                  </a:ext>
                </a:extLst>
              </p:cNvPr>
              <p:cNvSpPr/>
              <p:nvPr/>
            </p:nvSpPr>
            <p:spPr>
              <a:xfrm>
                <a:off x="-538314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875135E7-2243-40DA-8EDE-BB422689AE20}"/>
                  </a:ext>
                </a:extLst>
              </p:cNvPr>
              <p:cNvSpPr/>
              <p:nvPr/>
            </p:nvSpPr>
            <p:spPr>
              <a:xfrm>
                <a:off x="-580598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607FACA7-BA3B-4AA5-869B-D01F9CE40684}"/>
                  </a:ext>
                </a:extLst>
              </p:cNvPr>
              <p:cNvSpPr/>
              <p:nvPr/>
            </p:nvSpPr>
            <p:spPr>
              <a:xfrm>
                <a:off x="-622881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91CA83A-E929-41E2-9C5C-3347DDAF2D10}"/>
                  </a:ext>
                </a:extLst>
              </p:cNvPr>
              <p:cNvSpPr/>
              <p:nvPr/>
            </p:nvSpPr>
            <p:spPr>
              <a:xfrm>
                <a:off x="-665165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90051558-2BF0-4447-82D3-35D52FC1034C}"/>
                  </a:ext>
                </a:extLst>
              </p:cNvPr>
              <p:cNvSpPr/>
              <p:nvPr/>
            </p:nvSpPr>
            <p:spPr>
              <a:xfrm>
                <a:off x="-707449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D7DE405-0F67-48B6-A006-A5A5216DC6C5}"/>
                </a:ext>
              </a:extLst>
            </p:cNvPr>
            <p:cNvGrpSpPr/>
            <p:nvPr userDrawn="1"/>
          </p:nvGrpSpPr>
          <p:grpSpPr>
            <a:xfrm>
              <a:off x="1877525" y="-442650"/>
              <a:ext cx="15844379" cy="7743300"/>
              <a:chOff x="-7074490" y="-442650"/>
              <a:chExt cx="15844379" cy="7743300"/>
            </a:xfrm>
          </p:grpSpPr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93606859-2206-4B75-969D-241A7DF82DF2}"/>
                  </a:ext>
                </a:extLst>
              </p:cNvPr>
              <p:cNvSpPr/>
              <p:nvPr/>
            </p:nvSpPr>
            <p:spPr>
              <a:xfrm>
                <a:off x="959389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7FFFF5AA-097D-4CEC-ACF9-EC0AB52009B1}"/>
                  </a:ext>
                </a:extLst>
              </p:cNvPr>
              <p:cNvSpPr/>
              <p:nvPr/>
            </p:nvSpPr>
            <p:spPr>
              <a:xfrm>
                <a:off x="536553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2E277470-CBB2-4175-A1AD-0C3B295DBD12}"/>
                  </a:ext>
                </a:extLst>
              </p:cNvPr>
              <p:cNvSpPr/>
              <p:nvPr/>
            </p:nvSpPr>
            <p:spPr>
              <a:xfrm>
                <a:off x="1137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D5DFAC0A-F7A9-4DCE-B093-A8E2D234C7FD}"/>
                  </a:ext>
                </a:extLst>
              </p:cNvPr>
              <p:cNvSpPr/>
              <p:nvPr/>
            </p:nvSpPr>
            <p:spPr>
              <a:xfrm>
                <a:off x="-3091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1C1B310E-13A9-438C-9E1C-AE21AB43A884}"/>
                  </a:ext>
                </a:extLst>
              </p:cNvPr>
              <p:cNvSpPr/>
              <p:nvPr/>
            </p:nvSpPr>
            <p:spPr>
              <a:xfrm>
                <a:off x="-731954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60366B5F-F1D4-4983-A00A-C1359976A73F}"/>
                  </a:ext>
                </a:extLst>
              </p:cNvPr>
              <p:cNvSpPr/>
              <p:nvPr/>
            </p:nvSpPr>
            <p:spPr>
              <a:xfrm>
                <a:off x="-1154790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62489E71-B0C2-4CE9-A6FB-2216DE6F8936}"/>
                  </a:ext>
                </a:extLst>
              </p:cNvPr>
              <p:cNvSpPr/>
              <p:nvPr/>
            </p:nvSpPr>
            <p:spPr>
              <a:xfrm>
                <a:off x="-1577625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F8DAF40B-A80B-4666-A5B6-FB55CB812A50}"/>
                  </a:ext>
                </a:extLst>
              </p:cNvPr>
              <p:cNvSpPr/>
              <p:nvPr/>
            </p:nvSpPr>
            <p:spPr>
              <a:xfrm>
                <a:off x="-200046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42DF3D89-091E-404E-96C0-86FBCD939B82}"/>
                  </a:ext>
                </a:extLst>
              </p:cNvPr>
              <p:cNvSpPr/>
              <p:nvPr/>
            </p:nvSpPr>
            <p:spPr>
              <a:xfrm>
                <a:off x="-242329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19DA00A6-17DC-4FE9-926E-2F46CF5E082E}"/>
                  </a:ext>
                </a:extLst>
              </p:cNvPr>
              <p:cNvSpPr/>
              <p:nvPr/>
            </p:nvSpPr>
            <p:spPr>
              <a:xfrm>
                <a:off x="-284613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77293C95-BC7E-418F-89F8-A2660EECFA7C}"/>
                  </a:ext>
                </a:extLst>
              </p:cNvPr>
              <p:cNvSpPr/>
              <p:nvPr/>
            </p:nvSpPr>
            <p:spPr>
              <a:xfrm>
                <a:off x="-326896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363CDF01-EF88-4B3B-91EC-F394E77C012A}"/>
                  </a:ext>
                </a:extLst>
              </p:cNvPr>
              <p:cNvSpPr/>
              <p:nvPr/>
            </p:nvSpPr>
            <p:spPr>
              <a:xfrm>
                <a:off x="-369180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E7BBA8D8-949F-4FA2-8EE0-2086BFE88228}"/>
                  </a:ext>
                </a:extLst>
              </p:cNvPr>
              <p:cNvSpPr/>
              <p:nvPr/>
            </p:nvSpPr>
            <p:spPr>
              <a:xfrm>
                <a:off x="-411464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E83A8FDC-A762-4D66-B97D-DB263B139C70}"/>
                  </a:ext>
                </a:extLst>
              </p:cNvPr>
              <p:cNvSpPr/>
              <p:nvPr/>
            </p:nvSpPr>
            <p:spPr>
              <a:xfrm>
                <a:off x="-4537476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441319D0-3BF2-49FA-B802-279400E431D3}"/>
                  </a:ext>
                </a:extLst>
              </p:cNvPr>
              <p:cNvSpPr/>
              <p:nvPr/>
            </p:nvSpPr>
            <p:spPr>
              <a:xfrm>
                <a:off x="-496031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74B4DF40-ADCA-4C8E-93DC-454461DCBA6F}"/>
                  </a:ext>
                </a:extLst>
              </p:cNvPr>
              <p:cNvSpPr/>
              <p:nvPr/>
            </p:nvSpPr>
            <p:spPr>
              <a:xfrm>
                <a:off x="-538314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FACF7D4B-6B86-447B-8570-736974D14D24}"/>
                  </a:ext>
                </a:extLst>
              </p:cNvPr>
              <p:cNvSpPr/>
              <p:nvPr/>
            </p:nvSpPr>
            <p:spPr>
              <a:xfrm>
                <a:off x="-580598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4DACF3AB-567C-4481-A2B8-B00C56ED4B6D}"/>
                  </a:ext>
                </a:extLst>
              </p:cNvPr>
              <p:cNvSpPr/>
              <p:nvPr/>
            </p:nvSpPr>
            <p:spPr>
              <a:xfrm>
                <a:off x="-622881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6D16A71F-6E77-4BA1-9486-FF79B1BF7749}"/>
                  </a:ext>
                </a:extLst>
              </p:cNvPr>
              <p:cNvSpPr/>
              <p:nvPr/>
            </p:nvSpPr>
            <p:spPr>
              <a:xfrm>
                <a:off x="-665165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03F6AA43-D276-4829-8387-917A9388E6FA}"/>
                  </a:ext>
                </a:extLst>
              </p:cNvPr>
              <p:cNvSpPr/>
              <p:nvPr/>
            </p:nvSpPr>
            <p:spPr>
              <a:xfrm>
                <a:off x="-707449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87DAC824-7C65-441B-99D5-C731C1F58132}"/>
              </a:ext>
            </a:extLst>
          </p:cNvPr>
          <p:cNvSpPr/>
          <p:nvPr userDrawn="1"/>
        </p:nvSpPr>
        <p:spPr>
          <a:xfrm>
            <a:off x="-343825" y="714810"/>
            <a:ext cx="1523999" cy="6611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1F2C90-BB39-4679-BD71-4C4882CD3DB8}"/>
              </a:ext>
            </a:extLst>
          </p:cNvPr>
          <p:cNvSpPr/>
          <p:nvPr userDrawn="1"/>
        </p:nvSpPr>
        <p:spPr>
          <a:xfrm>
            <a:off x="0" y="669759"/>
            <a:ext cx="540544" cy="901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9431C9C2-F156-43EC-AD34-1B24C92887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866" y="495734"/>
            <a:ext cx="2141933" cy="88024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lnSpc>
                <a:spcPct val="60000"/>
              </a:lnSpc>
              <a:def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>
              <a:lnSpc>
                <a:spcPct val="80000"/>
              </a:lnSpc>
            </a:pPr>
            <a:r>
              <a:rPr lang="en-US" altLang="zh-CN" dirty="0"/>
              <a:t>Results</a:t>
            </a:r>
            <a:br>
              <a:rPr lang="en-US" altLang="zh-CN" dirty="0"/>
            </a:br>
            <a:r>
              <a:rPr lang="en-US" altLang="zh-CN" dirty="0"/>
              <a:t>showcase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04C2-2265-4AB9-B90C-4162FA6B94A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942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EB2E4F71-EB35-42E0-AECB-49F7638D037B}"/>
              </a:ext>
            </a:extLst>
          </p:cNvPr>
          <p:cNvGrpSpPr/>
          <p:nvPr userDrawn="1"/>
        </p:nvGrpSpPr>
        <p:grpSpPr>
          <a:xfrm>
            <a:off x="-6579190" y="-442650"/>
            <a:ext cx="24301094" cy="7743300"/>
            <a:chOff x="-6579190" y="-442650"/>
            <a:chExt cx="24301094" cy="774330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20559EC-4EB6-4FFC-BA4B-77E5EE3A3264}"/>
                </a:ext>
              </a:extLst>
            </p:cNvPr>
            <p:cNvGrpSpPr/>
            <p:nvPr userDrawn="1"/>
          </p:nvGrpSpPr>
          <p:grpSpPr>
            <a:xfrm>
              <a:off x="-6579190" y="-442650"/>
              <a:ext cx="15844379" cy="7743300"/>
              <a:chOff x="-7074490" y="-442650"/>
              <a:chExt cx="15844379" cy="7743300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C359DF13-6345-4A10-9310-ECFD95073DE8}"/>
                  </a:ext>
                </a:extLst>
              </p:cNvPr>
              <p:cNvSpPr/>
              <p:nvPr/>
            </p:nvSpPr>
            <p:spPr>
              <a:xfrm>
                <a:off x="959389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5E192DED-6983-47E8-BF20-14E9D79EFA5A}"/>
                  </a:ext>
                </a:extLst>
              </p:cNvPr>
              <p:cNvSpPr/>
              <p:nvPr/>
            </p:nvSpPr>
            <p:spPr>
              <a:xfrm>
                <a:off x="536553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01306418-E399-4C53-8148-C1633E634657}"/>
                  </a:ext>
                </a:extLst>
              </p:cNvPr>
              <p:cNvSpPr/>
              <p:nvPr/>
            </p:nvSpPr>
            <p:spPr>
              <a:xfrm>
                <a:off x="1137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D0BB47AE-B43B-444E-A2C1-66A9499BBF1F}"/>
                  </a:ext>
                </a:extLst>
              </p:cNvPr>
              <p:cNvSpPr/>
              <p:nvPr/>
            </p:nvSpPr>
            <p:spPr>
              <a:xfrm>
                <a:off x="-3091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A5D7730E-8681-4FFA-8C40-0AB9F3BC3A27}"/>
                  </a:ext>
                </a:extLst>
              </p:cNvPr>
              <p:cNvSpPr/>
              <p:nvPr/>
            </p:nvSpPr>
            <p:spPr>
              <a:xfrm>
                <a:off x="-731954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09615465-BFD4-44C6-AD9A-82D8DB3FC363}"/>
                  </a:ext>
                </a:extLst>
              </p:cNvPr>
              <p:cNvSpPr/>
              <p:nvPr/>
            </p:nvSpPr>
            <p:spPr>
              <a:xfrm>
                <a:off x="-1154790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7D2A028D-5614-4888-9E14-ED4264B9DEA1}"/>
                  </a:ext>
                </a:extLst>
              </p:cNvPr>
              <p:cNvSpPr/>
              <p:nvPr/>
            </p:nvSpPr>
            <p:spPr>
              <a:xfrm>
                <a:off x="-1577625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BAFE057D-F9AE-49F9-A2A0-566715E42276}"/>
                  </a:ext>
                </a:extLst>
              </p:cNvPr>
              <p:cNvSpPr/>
              <p:nvPr/>
            </p:nvSpPr>
            <p:spPr>
              <a:xfrm>
                <a:off x="-200046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21B88C56-EB2F-4BF6-A4B1-48170E165E6E}"/>
                  </a:ext>
                </a:extLst>
              </p:cNvPr>
              <p:cNvSpPr/>
              <p:nvPr/>
            </p:nvSpPr>
            <p:spPr>
              <a:xfrm>
                <a:off x="-242329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A355B8D5-700E-41D3-8567-F0E69FE32E57}"/>
                  </a:ext>
                </a:extLst>
              </p:cNvPr>
              <p:cNvSpPr/>
              <p:nvPr/>
            </p:nvSpPr>
            <p:spPr>
              <a:xfrm>
                <a:off x="-284613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1C937825-8F00-4EA0-8F16-C00B69844DB5}"/>
                  </a:ext>
                </a:extLst>
              </p:cNvPr>
              <p:cNvSpPr/>
              <p:nvPr/>
            </p:nvSpPr>
            <p:spPr>
              <a:xfrm>
                <a:off x="-326896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4439058D-3013-4AA5-A955-5F12C1F48BC9}"/>
                  </a:ext>
                </a:extLst>
              </p:cNvPr>
              <p:cNvSpPr/>
              <p:nvPr/>
            </p:nvSpPr>
            <p:spPr>
              <a:xfrm>
                <a:off x="-369180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A1CBF332-3B35-4F82-8DF9-9F25F8C57F3F}"/>
                  </a:ext>
                </a:extLst>
              </p:cNvPr>
              <p:cNvSpPr/>
              <p:nvPr/>
            </p:nvSpPr>
            <p:spPr>
              <a:xfrm>
                <a:off x="-411464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FB713327-BADA-47CE-8E3A-2276A2431F5C}"/>
                  </a:ext>
                </a:extLst>
              </p:cNvPr>
              <p:cNvSpPr/>
              <p:nvPr/>
            </p:nvSpPr>
            <p:spPr>
              <a:xfrm>
                <a:off x="-4537476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5F40F1B2-2FB5-485F-8FDC-3BD0B05CE225}"/>
                  </a:ext>
                </a:extLst>
              </p:cNvPr>
              <p:cNvSpPr/>
              <p:nvPr/>
            </p:nvSpPr>
            <p:spPr>
              <a:xfrm>
                <a:off x="-496031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341D72CC-5838-4128-A2E1-CDFF26094F56}"/>
                  </a:ext>
                </a:extLst>
              </p:cNvPr>
              <p:cNvSpPr/>
              <p:nvPr/>
            </p:nvSpPr>
            <p:spPr>
              <a:xfrm>
                <a:off x="-538314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875135E7-2243-40DA-8EDE-BB422689AE20}"/>
                  </a:ext>
                </a:extLst>
              </p:cNvPr>
              <p:cNvSpPr/>
              <p:nvPr/>
            </p:nvSpPr>
            <p:spPr>
              <a:xfrm>
                <a:off x="-580598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607FACA7-BA3B-4AA5-869B-D01F9CE40684}"/>
                  </a:ext>
                </a:extLst>
              </p:cNvPr>
              <p:cNvSpPr/>
              <p:nvPr/>
            </p:nvSpPr>
            <p:spPr>
              <a:xfrm>
                <a:off x="-622881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91CA83A-E929-41E2-9C5C-3347DDAF2D10}"/>
                  </a:ext>
                </a:extLst>
              </p:cNvPr>
              <p:cNvSpPr/>
              <p:nvPr/>
            </p:nvSpPr>
            <p:spPr>
              <a:xfrm>
                <a:off x="-665165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90051558-2BF0-4447-82D3-35D52FC1034C}"/>
                  </a:ext>
                </a:extLst>
              </p:cNvPr>
              <p:cNvSpPr/>
              <p:nvPr/>
            </p:nvSpPr>
            <p:spPr>
              <a:xfrm>
                <a:off x="-707449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D7DE405-0F67-48B6-A006-A5A5216DC6C5}"/>
                </a:ext>
              </a:extLst>
            </p:cNvPr>
            <p:cNvGrpSpPr/>
            <p:nvPr userDrawn="1"/>
          </p:nvGrpSpPr>
          <p:grpSpPr>
            <a:xfrm>
              <a:off x="1877525" y="-442650"/>
              <a:ext cx="15844379" cy="7743300"/>
              <a:chOff x="-7074490" y="-442650"/>
              <a:chExt cx="15844379" cy="7743300"/>
            </a:xfrm>
          </p:grpSpPr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93606859-2206-4B75-969D-241A7DF82DF2}"/>
                  </a:ext>
                </a:extLst>
              </p:cNvPr>
              <p:cNvSpPr/>
              <p:nvPr/>
            </p:nvSpPr>
            <p:spPr>
              <a:xfrm>
                <a:off x="959389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7FFFF5AA-097D-4CEC-ACF9-EC0AB52009B1}"/>
                  </a:ext>
                </a:extLst>
              </p:cNvPr>
              <p:cNvSpPr/>
              <p:nvPr/>
            </p:nvSpPr>
            <p:spPr>
              <a:xfrm>
                <a:off x="536553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2E277470-CBB2-4175-A1AD-0C3B295DBD12}"/>
                  </a:ext>
                </a:extLst>
              </p:cNvPr>
              <p:cNvSpPr/>
              <p:nvPr/>
            </p:nvSpPr>
            <p:spPr>
              <a:xfrm>
                <a:off x="1137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D5DFAC0A-F7A9-4DCE-B093-A8E2D234C7FD}"/>
                  </a:ext>
                </a:extLst>
              </p:cNvPr>
              <p:cNvSpPr/>
              <p:nvPr/>
            </p:nvSpPr>
            <p:spPr>
              <a:xfrm>
                <a:off x="-3091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1C1B310E-13A9-438C-9E1C-AE21AB43A884}"/>
                  </a:ext>
                </a:extLst>
              </p:cNvPr>
              <p:cNvSpPr/>
              <p:nvPr/>
            </p:nvSpPr>
            <p:spPr>
              <a:xfrm>
                <a:off x="-731954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60366B5F-F1D4-4983-A00A-C1359976A73F}"/>
                  </a:ext>
                </a:extLst>
              </p:cNvPr>
              <p:cNvSpPr/>
              <p:nvPr/>
            </p:nvSpPr>
            <p:spPr>
              <a:xfrm>
                <a:off x="-1154790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62489E71-B0C2-4CE9-A6FB-2216DE6F8936}"/>
                  </a:ext>
                </a:extLst>
              </p:cNvPr>
              <p:cNvSpPr/>
              <p:nvPr/>
            </p:nvSpPr>
            <p:spPr>
              <a:xfrm>
                <a:off x="-1577625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F8DAF40B-A80B-4666-A5B6-FB55CB812A50}"/>
                  </a:ext>
                </a:extLst>
              </p:cNvPr>
              <p:cNvSpPr/>
              <p:nvPr/>
            </p:nvSpPr>
            <p:spPr>
              <a:xfrm>
                <a:off x="-200046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42DF3D89-091E-404E-96C0-86FBCD939B82}"/>
                  </a:ext>
                </a:extLst>
              </p:cNvPr>
              <p:cNvSpPr/>
              <p:nvPr/>
            </p:nvSpPr>
            <p:spPr>
              <a:xfrm>
                <a:off x="-242329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19DA00A6-17DC-4FE9-926E-2F46CF5E082E}"/>
                  </a:ext>
                </a:extLst>
              </p:cNvPr>
              <p:cNvSpPr/>
              <p:nvPr/>
            </p:nvSpPr>
            <p:spPr>
              <a:xfrm>
                <a:off x="-284613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77293C95-BC7E-418F-89F8-A2660EECFA7C}"/>
                  </a:ext>
                </a:extLst>
              </p:cNvPr>
              <p:cNvSpPr/>
              <p:nvPr/>
            </p:nvSpPr>
            <p:spPr>
              <a:xfrm>
                <a:off x="-326896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363CDF01-EF88-4B3B-91EC-F394E77C012A}"/>
                  </a:ext>
                </a:extLst>
              </p:cNvPr>
              <p:cNvSpPr/>
              <p:nvPr/>
            </p:nvSpPr>
            <p:spPr>
              <a:xfrm>
                <a:off x="-369180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E7BBA8D8-949F-4FA2-8EE0-2086BFE88228}"/>
                  </a:ext>
                </a:extLst>
              </p:cNvPr>
              <p:cNvSpPr/>
              <p:nvPr/>
            </p:nvSpPr>
            <p:spPr>
              <a:xfrm>
                <a:off x="-411464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E83A8FDC-A762-4D66-B97D-DB263B139C70}"/>
                  </a:ext>
                </a:extLst>
              </p:cNvPr>
              <p:cNvSpPr/>
              <p:nvPr/>
            </p:nvSpPr>
            <p:spPr>
              <a:xfrm>
                <a:off x="-4537476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441319D0-3BF2-49FA-B802-279400E431D3}"/>
                  </a:ext>
                </a:extLst>
              </p:cNvPr>
              <p:cNvSpPr/>
              <p:nvPr/>
            </p:nvSpPr>
            <p:spPr>
              <a:xfrm>
                <a:off x="-496031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74B4DF40-ADCA-4C8E-93DC-454461DCBA6F}"/>
                  </a:ext>
                </a:extLst>
              </p:cNvPr>
              <p:cNvSpPr/>
              <p:nvPr/>
            </p:nvSpPr>
            <p:spPr>
              <a:xfrm>
                <a:off x="-538314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FACF7D4B-6B86-447B-8570-736974D14D24}"/>
                  </a:ext>
                </a:extLst>
              </p:cNvPr>
              <p:cNvSpPr/>
              <p:nvPr/>
            </p:nvSpPr>
            <p:spPr>
              <a:xfrm>
                <a:off x="-580598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4DACF3AB-567C-4481-A2B8-B00C56ED4B6D}"/>
                  </a:ext>
                </a:extLst>
              </p:cNvPr>
              <p:cNvSpPr/>
              <p:nvPr/>
            </p:nvSpPr>
            <p:spPr>
              <a:xfrm>
                <a:off x="-622881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6D16A71F-6E77-4BA1-9486-FF79B1BF7749}"/>
                  </a:ext>
                </a:extLst>
              </p:cNvPr>
              <p:cNvSpPr/>
              <p:nvPr/>
            </p:nvSpPr>
            <p:spPr>
              <a:xfrm>
                <a:off x="-665165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03F6AA43-D276-4829-8387-917A9388E6FA}"/>
                  </a:ext>
                </a:extLst>
              </p:cNvPr>
              <p:cNvSpPr/>
              <p:nvPr/>
            </p:nvSpPr>
            <p:spPr>
              <a:xfrm>
                <a:off x="-707449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</p:grpSp>
      </p:grpSp>
      <p:sp>
        <p:nvSpPr>
          <p:cNvPr id="57" name="图片占位符 48">
            <a:extLst>
              <a:ext uri="{FF2B5EF4-FFF2-40B4-BE49-F238E27FC236}">
                <a16:creationId xmlns:a16="http://schemas.microsoft.com/office/drawing/2014/main" id="{CC5BA675-0B7D-4AFC-9839-FB00FD7C1F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6581" y="4049827"/>
            <a:ext cx="1135674" cy="1141728"/>
          </a:xfrm>
          <a:prstGeom prst="rect">
            <a:avLst/>
          </a:prstGeom>
          <a:effectLst>
            <a:outerShdw blurRad="254000" dist="165100" dir="2700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图片占位符 48">
            <a:extLst>
              <a:ext uri="{FF2B5EF4-FFF2-40B4-BE49-F238E27FC236}">
                <a16:creationId xmlns:a16="http://schemas.microsoft.com/office/drawing/2014/main" id="{9F5241EE-9AAC-4674-91D6-FA49B3FAEE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6581" y="2287272"/>
            <a:ext cx="1135674" cy="1141728"/>
          </a:xfrm>
          <a:prstGeom prst="rect">
            <a:avLst/>
          </a:prstGeom>
          <a:effectLst>
            <a:outerShdw blurRad="254000" dist="165100" dir="2700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DAC824-7C65-441B-99D5-C731C1F58132}"/>
              </a:ext>
            </a:extLst>
          </p:cNvPr>
          <p:cNvSpPr/>
          <p:nvPr userDrawn="1"/>
        </p:nvSpPr>
        <p:spPr>
          <a:xfrm>
            <a:off x="-343825" y="714810"/>
            <a:ext cx="1523999" cy="6611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1F2C90-BB39-4679-BD71-4C4882CD3DB8}"/>
              </a:ext>
            </a:extLst>
          </p:cNvPr>
          <p:cNvSpPr/>
          <p:nvPr userDrawn="1"/>
        </p:nvSpPr>
        <p:spPr>
          <a:xfrm>
            <a:off x="0" y="669759"/>
            <a:ext cx="540544" cy="901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9431C9C2-F156-43EC-AD34-1B24C92887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866" y="495734"/>
            <a:ext cx="2141933" cy="88024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lnSpc>
                <a:spcPct val="60000"/>
              </a:lnSpc>
              <a:def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>
              <a:lnSpc>
                <a:spcPct val="80000"/>
              </a:lnSpc>
            </a:pPr>
            <a:r>
              <a:rPr lang="en-US" altLang="zh-CN" dirty="0"/>
              <a:t>Results</a:t>
            </a:r>
            <a:br>
              <a:rPr lang="en-US" altLang="zh-CN" dirty="0"/>
            </a:br>
            <a:r>
              <a:rPr lang="en-US" altLang="zh-CN" dirty="0"/>
              <a:t>showcase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04C2-2265-4AB9-B90C-4162FA6B94A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604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AC54031-53F7-4FCB-BAC3-9F9FF142C1FE}"/>
              </a:ext>
            </a:extLst>
          </p:cNvPr>
          <p:cNvGrpSpPr/>
          <p:nvPr userDrawn="1"/>
        </p:nvGrpSpPr>
        <p:grpSpPr>
          <a:xfrm>
            <a:off x="-6579190" y="-442650"/>
            <a:ext cx="24301094" cy="7743300"/>
            <a:chOff x="-6579190" y="-442650"/>
            <a:chExt cx="24301094" cy="774330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DEC2031-697F-4FC3-A305-F23D9F427E22}"/>
                </a:ext>
              </a:extLst>
            </p:cNvPr>
            <p:cNvGrpSpPr/>
            <p:nvPr userDrawn="1"/>
          </p:nvGrpSpPr>
          <p:grpSpPr>
            <a:xfrm>
              <a:off x="-6579190" y="-442650"/>
              <a:ext cx="15844379" cy="7743300"/>
              <a:chOff x="-7074490" y="-442650"/>
              <a:chExt cx="15844379" cy="7743300"/>
            </a:xfrm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E785A916-F827-40A8-BAEA-7EF19491D90A}"/>
                  </a:ext>
                </a:extLst>
              </p:cNvPr>
              <p:cNvSpPr/>
              <p:nvPr/>
            </p:nvSpPr>
            <p:spPr>
              <a:xfrm>
                <a:off x="959389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4E8F475A-EFA8-4EF5-AED7-8B2FA10CE03A}"/>
                  </a:ext>
                </a:extLst>
              </p:cNvPr>
              <p:cNvSpPr/>
              <p:nvPr/>
            </p:nvSpPr>
            <p:spPr>
              <a:xfrm>
                <a:off x="536553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DDD1D66E-F9D2-425F-A560-4B6071C7632F}"/>
                  </a:ext>
                </a:extLst>
              </p:cNvPr>
              <p:cNvSpPr/>
              <p:nvPr/>
            </p:nvSpPr>
            <p:spPr>
              <a:xfrm>
                <a:off x="1137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7DB99707-B56F-4597-9E81-5C9D5ABB9BD8}"/>
                  </a:ext>
                </a:extLst>
              </p:cNvPr>
              <p:cNvSpPr/>
              <p:nvPr/>
            </p:nvSpPr>
            <p:spPr>
              <a:xfrm>
                <a:off x="-3091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5F98B36C-2325-4305-A1A2-CCA9515A8774}"/>
                  </a:ext>
                </a:extLst>
              </p:cNvPr>
              <p:cNvSpPr/>
              <p:nvPr/>
            </p:nvSpPr>
            <p:spPr>
              <a:xfrm>
                <a:off x="-731954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9572B3E7-6F24-46EB-8A73-1DC43F0F0C3F}"/>
                  </a:ext>
                </a:extLst>
              </p:cNvPr>
              <p:cNvSpPr/>
              <p:nvPr/>
            </p:nvSpPr>
            <p:spPr>
              <a:xfrm>
                <a:off x="-1154790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437E5B0C-B213-43D9-A7DE-5F6F93D638AD}"/>
                  </a:ext>
                </a:extLst>
              </p:cNvPr>
              <p:cNvSpPr/>
              <p:nvPr/>
            </p:nvSpPr>
            <p:spPr>
              <a:xfrm>
                <a:off x="-1577625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3D8B1207-4688-4E7E-9E69-EC4B186E7160}"/>
                  </a:ext>
                </a:extLst>
              </p:cNvPr>
              <p:cNvSpPr/>
              <p:nvPr/>
            </p:nvSpPr>
            <p:spPr>
              <a:xfrm>
                <a:off x="-200046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7A075CFC-8E2B-44DB-B6DB-B1203D980D6D}"/>
                  </a:ext>
                </a:extLst>
              </p:cNvPr>
              <p:cNvSpPr/>
              <p:nvPr/>
            </p:nvSpPr>
            <p:spPr>
              <a:xfrm>
                <a:off x="-242329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905D2130-A01C-437E-B614-314C3E0542C3}"/>
                  </a:ext>
                </a:extLst>
              </p:cNvPr>
              <p:cNvSpPr/>
              <p:nvPr/>
            </p:nvSpPr>
            <p:spPr>
              <a:xfrm>
                <a:off x="-284613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DFA0EEB1-1B64-4325-B9A4-086EF0526E60}"/>
                  </a:ext>
                </a:extLst>
              </p:cNvPr>
              <p:cNvSpPr/>
              <p:nvPr/>
            </p:nvSpPr>
            <p:spPr>
              <a:xfrm>
                <a:off x="-326896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04C3F908-B94D-4113-8A49-517D1884A827}"/>
                  </a:ext>
                </a:extLst>
              </p:cNvPr>
              <p:cNvSpPr/>
              <p:nvPr/>
            </p:nvSpPr>
            <p:spPr>
              <a:xfrm>
                <a:off x="-369180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BE52DF38-884C-4259-80C6-699E6AFF3989}"/>
                  </a:ext>
                </a:extLst>
              </p:cNvPr>
              <p:cNvSpPr/>
              <p:nvPr/>
            </p:nvSpPr>
            <p:spPr>
              <a:xfrm>
                <a:off x="-411464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E428CB5B-BA91-46C1-A4D8-B0873B4ECCED}"/>
                  </a:ext>
                </a:extLst>
              </p:cNvPr>
              <p:cNvSpPr/>
              <p:nvPr/>
            </p:nvSpPr>
            <p:spPr>
              <a:xfrm>
                <a:off x="-4537476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AFABEB89-A573-4726-9C40-42352365099E}"/>
                  </a:ext>
                </a:extLst>
              </p:cNvPr>
              <p:cNvSpPr/>
              <p:nvPr/>
            </p:nvSpPr>
            <p:spPr>
              <a:xfrm>
                <a:off x="-496031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255C5C97-DB6C-4377-99D5-AEEDCED379C8}"/>
                  </a:ext>
                </a:extLst>
              </p:cNvPr>
              <p:cNvSpPr/>
              <p:nvPr/>
            </p:nvSpPr>
            <p:spPr>
              <a:xfrm>
                <a:off x="-538314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541C5CEB-640E-4F04-A22F-AC71C898BEEF}"/>
                  </a:ext>
                </a:extLst>
              </p:cNvPr>
              <p:cNvSpPr/>
              <p:nvPr/>
            </p:nvSpPr>
            <p:spPr>
              <a:xfrm>
                <a:off x="-580598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0FB94160-C62F-41C5-B8B6-F545CF9397B7}"/>
                  </a:ext>
                </a:extLst>
              </p:cNvPr>
              <p:cNvSpPr/>
              <p:nvPr/>
            </p:nvSpPr>
            <p:spPr>
              <a:xfrm>
                <a:off x="-622881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9CAB1BF6-5E20-4CF7-86A0-5F07431C0190}"/>
                  </a:ext>
                </a:extLst>
              </p:cNvPr>
              <p:cNvSpPr/>
              <p:nvPr/>
            </p:nvSpPr>
            <p:spPr>
              <a:xfrm>
                <a:off x="-665165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B907A02D-1CEE-40E3-B398-663949B6D5A8}"/>
                  </a:ext>
                </a:extLst>
              </p:cNvPr>
              <p:cNvSpPr/>
              <p:nvPr/>
            </p:nvSpPr>
            <p:spPr>
              <a:xfrm>
                <a:off x="-707449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EA02C62-4589-46C9-B3A5-B1D0159166F9}"/>
                </a:ext>
              </a:extLst>
            </p:cNvPr>
            <p:cNvGrpSpPr/>
            <p:nvPr userDrawn="1"/>
          </p:nvGrpSpPr>
          <p:grpSpPr>
            <a:xfrm>
              <a:off x="1877525" y="-442650"/>
              <a:ext cx="15844379" cy="7743300"/>
              <a:chOff x="-7074490" y="-442650"/>
              <a:chExt cx="15844379" cy="7743300"/>
            </a:xfrm>
          </p:grpSpPr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6C6E6CA9-ED8E-489A-8EED-D6A22D412034}"/>
                  </a:ext>
                </a:extLst>
              </p:cNvPr>
              <p:cNvSpPr/>
              <p:nvPr/>
            </p:nvSpPr>
            <p:spPr>
              <a:xfrm>
                <a:off x="959389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9FFB0D85-AE7D-48F2-B7DD-25E2DFB94DDC}"/>
                  </a:ext>
                </a:extLst>
              </p:cNvPr>
              <p:cNvSpPr/>
              <p:nvPr/>
            </p:nvSpPr>
            <p:spPr>
              <a:xfrm>
                <a:off x="536553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0F35586A-7742-433C-8092-E888DB89F64C}"/>
                  </a:ext>
                </a:extLst>
              </p:cNvPr>
              <p:cNvSpPr/>
              <p:nvPr/>
            </p:nvSpPr>
            <p:spPr>
              <a:xfrm>
                <a:off x="1137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D68C3128-EF7C-4996-BE74-E223DED5D41F}"/>
                  </a:ext>
                </a:extLst>
              </p:cNvPr>
              <p:cNvSpPr/>
              <p:nvPr/>
            </p:nvSpPr>
            <p:spPr>
              <a:xfrm>
                <a:off x="-309118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629D100-2199-409B-B0CD-36BE5549E1FD}"/>
                  </a:ext>
                </a:extLst>
              </p:cNvPr>
              <p:cNvSpPr/>
              <p:nvPr/>
            </p:nvSpPr>
            <p:spPr>
              <a:xfrm>
                <a:off x="-731954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4561B015-D980-4F06-AF10-EB82BB796911}"/>
                  </a:ext>
                </a:extLst>
              </p:cNvPr>
              <p:cNvSpPr/>
              <p:nvPr/>
            </p:nvSpPr>
            <p:spPr>
              <a:xfrm>
                <a:off x="-1154790" y="-442650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54DCA097-B51F-4704-9272-071BD4944B03}"/>
                  </a:ext>
                </a:extLst>
              </p:cNvPr>
              <p:cNvSpPr/>
              <p:nvPr/>
            </p:nvSpPr>
            <p:spPr>
              <a:xfrm>
                <a:off x="-1577625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B19E3C64-07B2-478D-8827-20A6418C99D9}"/>
                  </a:ext>
                </a:extLst>
              </p:cNvPr>
              <p:cNvSpPr/>
              <p:nvPr/>
            </p:nvSpPr>
            <p:spPr>
              <a:xfrm>
                <a:off x="-200046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FB362196-8390-485D-B3D4-3D4404DE3491}"/>
                  </a:ext>
                </a:extLst>
              </p:cNvPr>
              <p:cNvSpPr/>
              <p:nvPr/>
            </p:nvSpPr>
            <p:spPr>
              <a:xfrm>
                <a:off x="-242329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C720188D-7BDD-4994-9376-B244528FC082}"/>
                  </a:ext>
                </a:extLst>
              </p:cNvPr>
              <p:cNvSpPr/>
              <p:nvPr/>
            </p:nvSpPr>
            <p:spPr>
              <a:xfrm>
                <a:off x="-284613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F34B77E-F9C8-4A77-AB5B-22153B1B1FC4}"/>
                  </a:ext>
                </a:extLst>
              </p:cNvPr>
              <p:cNvSpPr/>
              <p:nvPr/>
            </p:nvSpPr>
            <p:spPr>
              <a:xfrm>
                <a:off x="-326896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C06A1437-9BCC-46E5-902A-149BDEBB26B8}"/>
                  </a:ext>
                </a:extLst>
              </p:cNvPr>
              <p:cNvSpPr/>
              <p:nvPr/>
            </p:nvSpPr>
            <p:spPr>
              <a:xfrm>
                <a:off x="-369180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74D665F4-E88D-44B7-B7AF-7E525B2D3073}"/>
                  </a:ext>
                </a:extLst>
              </p:cNvPr>
              <p:cNvSpPr/>
              <p:nvPr/>
            </p:nvSpPr>
            <p:spPr>
              <a:xfrm>
                <a:off x="-411464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9CC52C29-F910-4EC7-8FFA-717F478CD285}"/>
                  </a:ext>
                </a:extLst>
              </p:cNvPr>
              <p:cNvSpPr/>
              <p:nvPr/>
            </p:nvSpPr>
            <p:spPr>
              <a:xfrm>
                <a:off x="-4537476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0597B025-BD04-4504-BCCA-9F857E80ABFE}"/>
                  </a:ext>
                </a:extLst>
              </p:cNvPr>
              <p:cNvSpPr/>
              <p:nvPr/>
            </p:nvSpPr>
            <p:spPr>
              <a:xfrm>
                <a:off x="-4960311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C3C042CA-9CA7-4F1D-BBB8-BE4081957DD7}"/>
                  </a:ext>
                </a:extLst>
              </p:cNvPr>
              <p:cNvSpPr/>
              <p:nvPr/>
            </p:nvSpPr>
            <p:spPr>
              <a:xfrm>
                <a:off x="-5383147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3A83D821-84C0-467B-9AB8-51B3FB601008}"/>
                  </a:ext>
                </a:extLst>
              </p:cNvPr>
              <p:cNvSpPr/>
              <p:nvPr/>
            </p:nvSpPr>
            <p:spPr>
              <a:xfrm>
                <a:off x="-5805983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947EB07F-1ADE-40FE-B612-0215E6B9CC12}"/>
                  </a:ext>
                </a:extLst>
              </p:cNvPr>
              <p:cNvSpPr/>
              <p:nvPr/>
            </p:nvSpPr>
            <p:spPr>
              <a:xfrm>
                <a:off x="-6228818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5ACD9DD5-1A6F-4909-A5AF-90886292C095}"/>
                  </a:ext>
                </a:extLst>
              </p:cNvPr>
              <p:cNvSpPr/>
              <p:nvPr/>
            </p:nvSpPr>
            <p:spPr>
              <a:xfrm>
                <a:off x="-6651654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05949B83-7B3F-4583-A619-4F2C5257E098}"/>
                  </a:ext>
                </a:extLst>
              </p:cNvPr>
              <p:cNvSpPr/>
              <p:nvPr/>
            </p:nvSpPr>
            <p:spPr>
              <a:xfrm>
                <a:off x="-7074490" y="-442649"/>
                <a:ext cx="7810500" cy="7743299"/>
              </a:xfrm>
              <a:custGeom>
                <a:avLst/>
                <a:gdLst>
                  <a:gd name="connsiteX0" fmla="*/ 0 w 7810500"/>
                  <a:gd name="connsiteY0" fmla="*/ 175533 h 6976383"/>
                  <a:gd name="connsiteX1" fmla="*/ 2533650 w 7810500"/>
                  <a:gd name="connsiteY1" fmla="*/ 594633 h 6976383"/>
                  <a:gd name="connsiteX2" fmla="*/ 4991100 w 7810500"/>
                  <a:gd name="connsiteY2" fmla="*/ 5071383 h 6976383"/>
                  <a:gd name="connsiteX3" fmla="*/ 7810500 w 7810500"/>
                  <a:gd name="connsiteY3" fmla="*/ 6976383 h 6976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10500" h="6976383">
                    <a:moveTo>
                      <a:pt x="0" y="175533"/>
                    </a:moveTo>
                    <a:cubicBezTo>
                      <a:pt x="850900" y="-22905"/>
                      <a:pt x="1701800" y="-221342"/>
                      <a:pt x="2533650" y="594633"/>
                    </a:cubicBezTo>
                    <a:cubicBezTo>
                      <a:pt x="3365500" y="1410608"/>
                      <a:pt x="4111625" y="4007758"/>
                      <a:pt x="4991100" y="5071383"/>
                    </a:cubicBezTo>
                    <a:cubicBezTo>
                      <a:pt x="5870575" y="6135008"/>
                      <a:pt x="6840537" y="6555695"/>
                      <a:pt x="7810500" y="6976383"/>
                    </a:cubicBezTo>
                  </a:path>
                </a:pathLst>
              </a:custGeom>
              <a:noFill/>
              <a:ln w="12700" cap="flat" cmpd="sng" algn="ctr">
                <a:gradFill flip="none" rotWithShape="1">
                  <a:gsLst>
                    <a:gs pos="0">
                      <a:schemeClr val="bg1">
                        <a:lumMod val="85000"/>
                        <a:alpha val="20000"/>
                      </a:schemeClr>
                    </a:gs>
                    <a:gs pos="100000">
                      <a:schemeClr val="bg1">
                        <a:lumMod val="85000"/>
                        <a:alpha val="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04C2-2265-4AB9-B90C-4162FA6B94A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75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207579" y="6195712"/>
            <a:ext cx="749643" cy="3780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104C2-2265-4AB9-B90C-4162FA6B94A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83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7" r:id="rId2"/>
    <p:sldLayoutId id="214748368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image" Target="../media/image14.png"/><Relationship Id="rId3" Type="http://schemas.openxmlformats.org/officeDocument/2006/relationships/image" Target="../media/image8.png"/><Relationship Id="rId21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5" Type="http://schemas.openxmlformats.org/officeDocument/2006/relationships/image" Target="../media/image25.png"/><Relationship Id="rId19" Type="http://schemas.openxmlformats.org/officeDocument/2006/relationships/image" Target="../media/image15.png"/><Relationship Id="rId4" Type="http://schemas.openxmlformats.org/officeDocument/2006/relationships/image" Target="../media/image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submit/3541766" TargetMode="Externa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xtxiatong.github.io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XTxiatong/AttnMo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068747"/>
            <a:ext cx="12192000" cy="1866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66937" y="4451032"/>
            <a:ext cx="923426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GB" altLang="zh-CN" b="1" i="1" dirty="0">
                <a:effectLst/>
                <a:latin typeface="Arial" panose="020B0604020202020204" pitchFamily="34" charset="0"/>
              </a:rPr>
              <a:t>Tong Xia</a:t>
            </a:r>
            <a:r>
              <a:rPr lang="en-GB" altLang="zh-CN" b="0" i="1" dirty="0">
                <a:effectLst/>
                <a:latin typeface="Arial" panose="020B0604020202020204" pitchFamily="34" charset="0"/>
              </a:rPr>
              <a:t>, </a:t>
            </a:r>
            <a:r>
              <a:rPr lang="en-GB" altLang="zh-CN" b="0" i="1" dirty="0" err="1">
                <a:effectLst/>
                <a:latin typeface="Arial" panose="020B0604020202020204" pitchFamily="34" charset="0"/>
              </a:rPr>
              <a:t>Yunhan</a:t>
            </a:r>
            <a:r>
              <a:rPr lang="en-GB" altLang="zh-CN" b="0" i="1" dirty="0">
                <a:effectLst/>
                <a:latin typeface="Arial" panose="020B0604020202020204" pitchFamily="34" charset="0"/>
              </a:rPr>
              <a:t> Qi, </a:t>
            </a:r>
            <a:r>
              <a:rPr lang="en-GB" altLang="zh-CN" b="0" i="1" dirty="0" err="1">
                <a:effectLst/>
                <a:latin typeface="Arial" panose="020B0604020202020204" pitchFamily="34" charset="0"/>
              </a:rPr>
              <a:t>Jie</a:t>
            </a:r>
            <a:r>
              <a:rPr lang="en-GB" altLang="zh-CN" b="0" i="1" dirty="0">
                <a:effectLst/>
                <a:latin typeface="Arial" panose="020B0604020202020204" pitchFamily="34" charset="0"/>
              </a:rPr>
              <a:t> Feng, Fengli Xu, </a:t>
            </a:r>
            <a:r>
              <a:rPr lang="en-GB" altLang="zh-CN" b="0" i="1" dirty="0" err="1">
                <a:effectLst/>
                <a:latin typeface="Arial" panose="020B0604020202020204" pitchFamily="34" charset="0"/>
              </a:rPr>
              <a:t>Funing</a:t>
            </a:r>
            <a:r>
              <a:rPr lang="en-GB" altLang="zh-CN" b="0" i="1" dirty="0">
                <a:effectLst/>
                <a:latin typeface="Arial" panose="020B0604020202020204" pitchFamily="34" charset="0"/>
              </a:rPr>
              <a:t> Sun, </a:t>
            </a:r>
            <a:r>
              <a:rPr lang="en-GB" altLang="zh-CN" b="0" i="1" dirty="0" err="1">
                <a:effectLst/>
                <a:latin typeface="Arial" panose="020B0604020202020204" pitchFamily="34" charset="0"/>
              </a:rPr>
              <a:t>Diansheng</a:t>
            </a:r>
            <a:r>
              <a:rPr lang="en-GB" altLang="zh-CN" b="0" i="1" dirty="0">
                <a:effectLst/>
                <a:latin typeface="Arial" panose="020B0604020202020204" pitchFamily="34" charset="0"/>
              </a:rPr>
              <a:t> Guo, Yong Li</a:t>
            </a:r>
          </a:p>
          <a:p>
            <a:pPr algn="ctr">
              <a:lnSpc>
                <a:spcPts val="2600"/>
              </a:lnSpc>
            </a:pPr>
            <a:r>
              <a:rPr lang="en-US" altLang="zh-CN" dirty="0">
                <a:ea typeface="+mj-ea"/>
              </a:rPr>
              <a:t>Tsinghua University, China</a:t>
            </a:r>
          </a:p>
          <a:p>
            <a:pPr algn="ctr">
              <a:lnSpc>
                <a:spcPts val="2600"/>
              </a:lnSpc>
            </a:pPr>
            <a:r>
              <a:rPr lang="en-US" altLang="zh-CN" dirty="0">
                <a:ea typeface="+mj-ea"/>
              </a:rPr>
              <a:t>xia-t17@mails.tsinghua.edu.cn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995" y="608101"/>
            <a:ext cx="2338085" cy="9408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120" y="608101"/>
            <a:ext cx="3065788" cy="94088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52105" y="2463460"/>
            <a:ext cx="106694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0" i="0" dirty="0" err="1">
                <a:effectLst/>
                <a:latin typeface="Arial" panose="020B0604020202020204" pitchFamily="34" charset="0"/>
              </a:rPr>
              <a:t>AttnMove</a:t>
            </a:r>
            <a:r>
              <a:rPr lang="en-US" altLang="zh-CN" sz="3600" b="0" i="0" dirty="0">
                <a:effectLst/>
                <a:latin typeface="Arial" panose="020B0604020202020204" pitchFamily="34" charset="0"/>
              </a:rPr>
              <a:t>: History Enhanced Trajectory Recovery via Attentional Network</a:t>
            </a:r>
            <a:endParaRPr lang="zh-CN" altLang="en-US" sz="36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04C2-2265-4AB9-B90C-4162FA6B94AE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645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7866" y="495734"/>
            <a:ext cx="2574744" cy="407356"/>
          </a:xfrm>
        </p:spPr>
        <p:txBody>
          <a:bodyPr/>
          <a:lstStyle/>
          <a:p>
            <a:r>
              <a:rPr lang="en-US" altLang="zh-CN" dirty="0"/>
              <a:t>Background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04C2-2265-4AB9-B90C-4162FA6B94AE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6042076-6719-48F5-B970-EF1705AECB90}"/>
              </a:ext>
            </a:extLst>
          </p:cNvPr>
          <p:cNvGrpSpPr/>
          <p:nvPr/>
        </p:nvGrpSpPr>
        <p:grpSpPr>
          <a:xfrm>
            <a:off x="929871" y="1090427"/>
            <a:ext cx="4327875" cy="2819772"/>
            <a:chOff x="493225" y="1128776"/>
            <a:chExt cx="4327875" cy="2819772"/>
          </a:xfrm>
        </p:grpSpPr>
        <p:pic>
          <p:nvPicPr>
            <p:cNvPr id="2050" name="Picture 2" descr="“mobility trajectory”的图片搜索结果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225" y="1838340"/>
              <a:ext cx="3768228" cy="2110208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41580" y="1128776"/>
              <a:ext cx="3479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Mobility Data</a:t>
              </a:r>
              <a:endParaRPr lang="zh-CN" altLang="en-US" sz="2400" dirty="0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6003327" y="4562193"/>
            <a:ext cx="3734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i="1" dirty="0"/>
              <a:t>High sparsity!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i="1" dirty="0"/>
              <a:t>Uneven distribution!</a:t>
            </a:r>
            <a:endParaRPr lang="zh-CN" altLang="en-US" sz="2400" b="1" i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1FE4667-DF3C-4B12-A71C-B6364BDA50E9}"/>
              </a:ext>
            </a:extLst>
          </p:cNvPr>
          <p:cNvGrpSpPr/>
          <p:nvPr/>
        </p:nvGrpSpPr>
        <p:grpSpPr>
          <a:xfrm>
            <a:off x="5629577" y="1516131"/>
            <a:ext cx="5632552" cy="2606138"/>
            <a:chOff x="368661" y="4198487"/>
            <a:chExt cx="5632552" cy="260613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866" y="4198487"/>
              <a:ext cx="3277918" cy="2019492"/>
            </a:xfrm>
            <a:prstGeom prst="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</p:pic>
        <p:sp>
          <p:nvSpPr>
            <p:cNvPr id="20" name="椭圆 19"/>
            <p:cNvSpPr/>
            <p:nvPr/>
          </p:nvSpPr>
          <p:spPr>
            <a:xfrm>
              <a:off x="368661" y="6503813"/>
              <a:ext cx="167148" cy="159143"/>
            </a:xfrm>
            <a:prstGeom prst="ellipse">
              <a:avLst/>
            </a:prstGeom>
            <a:solidFill>
              <a:srgbClr val="FFCF46"/>
            </a:solidFill>
            <a:ln>
              <a:solidFill>
                <a:srgbClr val="FFCF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76129" y="6342960"/>
              <a:ext cx="3479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Observed </a:t>
              </a:r>
              <a:endParaRPr lang="zh-CN" altLang="en-US" sz="2400" dirty="0"/>
            </a:p>
          </p:txBody>
        </p:sp>
        <p:sp>
          <p:nvSpPr>
            <p:cNvPr id="34" name="椭圆 33"/>
            <p:cNvSpPr/>
            <p:nvPr/>
          </p:nvSpPr>
          <p:spPr>
            <a:xfrm>
              <a:off x="2315889" y="6512984"/>
              <a:ext cx="167148" cy="159143"/>
            </a:xfrm>
            <a:prstGeom prst="ellipse">
              <a:avLst/>
            </a:prstGeom>
            <a:solidFill>
              <a:srgbClr val="A9D18E"/>
            </a:solidFill>
            <a:ln>
              <a:solidFill>
                <a:srgbClr val="A9D18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521693" y="6342960"/>
              <a:ext cx="3479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Missing </a:t>
              </a:r>
              <a:endParaRPr lang="zh-CN" altLang="en-US" sz="24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93466F6-5C90-4623-88E5-4834EFA61009}"/>
              </a:ext>
            </a:extLst>
          </p:cNvPr>
          <p:cNvGrpSpPr/>
          <p:nvPr/>
        </p:nvGrpSpPr>
        <p:grpSpPr>
          <a:xfrm>
            <a:off x="1211200" y="4158098"/>
            <a:ext cx="720277" cy="2114615"/>
            <a:chOff x="1229307" y="2219762"/>
            <a:chExt cx="720277" cy="2114615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0496" y="2219762"/>
              <a:ext cx="537900" cy="537900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9307" y="2843884"/>
              <a:ext cx="720277" cy="574250"/>
            </a:xfrm>
            <a:prstGeom prst="rect">
              <a:avLst/>
            </a:prstGeom>
          </p:spPr>
        </p:pic>
        <p:pic>
          <p:nvPicPr>
            <p:cNvPr id="1026" name="Picture 2" descr="Phone Battery Icon - Download Free Vectors, Clipart Graphics &amp; Vector Art">
              <a:extLst>
                <a:ext uri="{FF2B5EF4-FFF2-40B4-BE49-F238E27FC236}">
                  <a16:creationId xmlns:a16="http://schemas.microsoft.com/office/drawing/2014/main" id="{C069FD17-3C88-4CBE-94B9-920E92089C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86" t="3076" r="68564" b="52967"/>
            <a:stretch/>
          </p:blipFill>
          <p:spPr bwMode="auto">
            <a:xfrm>
              <a:off x="1382556" y="3683095"/>
              <a:ext cx="413777" cy="651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5766D2B-2A07-4F75-96EB-DFA9A77EA900}"/>
              </a:ext>
            </a:extLst>
          </p:cNvPr>
          <p:cNvCxnSpPr>
            <a:cxnSpLocks/>
          </p:cNvCxnSpPr>
          <p:nvPr/>
        </p:nvCxnSpPr>
        <p:spPr>
          <a:xfrm>
            <a:off x="11287125" y="552430"/>
            <a:ext cx="20955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46E2381-5B6D-4A52-9C7B-C65BDB5E81D6}"/>
              </a:ext>
            </a:extLst>
          </p:cNvPr>
          <p:cNvCxnSpPr>
            <a:cxnSpLocks/>
          </p:cNvCxnSpPr>
          <p:nvPr/>
        </p:nvCxnSpPr>
        <p:spPr>
          <a:xfrm>
            <a:off x="11377612" y="604817"/>
            <a:ext cx="11906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86B6EF2-09A9-4172-B23B-5924370C67EA}"/>
              </a:ext>
            </a:extLst>
          </p:cNvPr>
          <p:cNvSpPr txBox="1"/>
          <p:nvPr/>
        </p:nvSpPr>
        <p:spPr>
          <a:xfrm>
            <a:off x="1915355" y="4331935"/>
            <a:ext cx="1995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Short interaction 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5B9B674-3B1F-459D-9F2F-89B2DCF9CC66}"/>
              </a:ext>
            </a:extLst>
          </p:cNvPr>
          <p:cNvSpPr txBox="1"/>
          <p:nvPr/>
        </p:nvSpPr>
        <p:spPr>
          <a:xfrm>
            <a:off x="1931477" y="5023858"/>
            <a:ext cx="222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Privacy concerns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C6EADF3-4381-454D-8E67-A994F3B5911D}"/>
              </a:ext>
            </a:extLst>
          </p:cNvPr>
          <p:cNvSpPr txBox="1"/>
          <p:nvPr/>
        </p:nvSpPr>
        <p:spPr>
          <a:xfrm>
            <a:off x="1915355" y="5710984"/>
            <a:ext cx="242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Battery consumption</a:t>
            </a:r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80C7A5B-526E-4FA6-922E-96535BC35260}"/>
              </a:ext>
            </a:extLst>
          </p:cNvPr>
          <p:cNvSpPr/>
          <p:nvPr/>
        </p:nvSpPr>
        <p:spPr>
          <a:xfrm>
            <a:off x="4599160" y="4782220"/>
            <a:ext cx="720277" cy="369332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8934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7" grpId="0"/>
      <p:bldP spid="36" grpId="0"/>
      <p:bldP spid="40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31">
            <a:extLst>
              <a:ext uri="{FF2B5EF4-FFF2-40B4-BE49-F238E27FC236}">
                <a16:creationId xmlns:a16="http://schemas.microsoft.com/office/drawing/2014/main" id="{898DB2C2-7AE1-493B-8990-34A57A0C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40" y="495734"/>
            <a:ext cx="1826141" cy="4862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af-ZA" altLang="zh-CN" dirty="0"/>
              <a:t>Problem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F2C18F-1BBC-4CC7-BEA0-527738C9AEFC}"/>
              </a:ext>
            </a:extLst>
          </p:cNvPr>
          <p:cNvSpPr/>
          <p:nvPr/>
        </p:nvSpPr>
        <p:spPr>
          <a:xfrm>
            <a:off x="2259307" y="1037421"/>
            <a:ext cx="77338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>
              <a:solidFill>
                <a:srgbClr val="002060"/>
              </a:solidFill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BD69CF-03D6-4C94-B950-6A978B152BE0}"/>
              </a:ext>
            </a:extLst>
          </p:cNvPr>
          <p:cNvSpPr txBox="1"/>
          <p:nvPr/>
        </p:nvSpPr>
        <p:spPr>
          <a:xfrm>
            <a:off x="222152" y="982021"/>
            <a:ext cx="105961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2060"/>
                </a:solidFill>
                <a:ea typeface="Arial Unicode MS" panose="020B0604020202020204" pitchFamily="34" charset="-122"/>
                <a:cs typeface="Times New Roman" panose="02020603050405020304" pitchFamily="18" charset="0"/>
              </a:rPr>
              <a:t>Combine current </a:t>
            </a:r>
            <a:r>
              <a:rPr lang="en-US" altLang="zh-CN" sz="2400" b="1" dirty="0" err="1">
                <a:solidFill>
                  <a:srgbClr val="002060"/>
                </a:solidFill>
                <a:ea typeface="Arial Unicode MS" panose="020B0604020202020204" pitchFamily="34" charset="-122"/>
                <a:cs typeface="Times New Roman" panose="02020603050405020304" pitchFamily="18" charset="0"/>
              </a:rPr>
              <a:t>spatio</a:t>
            </a:r>
            <a:r>
              <a:rPr lang="en-US" altLang="zh-CN" sz="2400" b="1" dirty="0">
                <a:solidFill>
                  <a:srgbClr val="002060"/>
                </a:solidFill>
                <a:ea typeface="Arial Unicode MS" panose="020B0604020202020204" pitchFamily="34" charset="-122"/>
                <a:cs typeface="Times New Roman" panose="02020603050405020304" pitchFamily="18" charset="0"/>
              </a:rPr>
              <a:t>-temporal constrains and historical period to </a:t>
            </a:r>
          </a:p>
          <a:p>
            <a:pPr>
              <a:buSzPct val="50000"/>
            </a:pPr>
            <a:r>
              <a:rPr lang="en-US" altLang="zh-CN" sz="2400" b="1" dirty="0">
                <a:solidFill>
                  <a:srgbClr val="002060"/>
                </a:solidFill>
                <a:ea typeface="Arial Unicode MS" panose="020B0604020202020204" pitchFamily="34" charset="-122"/>
                <a:cs typeface="Times New Roman" panose="02020603050405020304" pitchFamily="18" charset="0"/>
              </a:rPr>
              <a:t>                     recover overall mobility trajectory </a:t>
            </a:r>
            <a:endParaRPr lang="en-US" altLang="zh-CN" sz="2400" dirty="0">
              <a:solidFill>
                <a:srgbClr val="002060"/>
              </a:solidFill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04C2-2265-4AB9-B90C-4162FA6B94AE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grpSp>
        <p:nvGrpSpPr>
          <p:cNvPr id="439" name="组合 438"/>
          <p:cNvGrpSpPr/>
          <p:nvPr/>
        </p:nvGrpSpPr>
        <p:grpSpPr>
          <a:xfrm>
            <a:off x="1501371" y="2555800"/>
            <a:ext cx="4251591" cy="1224981"/>
            <a:chOff x="838569" y="1345287"/>
            <a:chExt cx="4251591" cy="1224981"/>
          </a:xfrm>
        </p:grpSpPr>
        <p:sp>
          <p:nvSpPr>
            <p:cNvPr id="440" name="流程图: 数据 439"/>
            <p:cNvSpPr/>
            <p:nvPr/>
          </p:nvSpPr>
          <p:spPr>
            <a:xfrm>
              <a:off x="838569" y="1389699"/>
              <a:ext cx="3499751" cy="1129981"/>
            </a:xfrm>
            <a:prstGeom prst="flowChartInputOutput">
              <a:avLst/>
            </a:prstGeom>
            <a:blipFill dpi="0" rotWithShape="1"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1" name="图片 440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28" y="2037588"/>
              <a:ext cx="266700" cy="266700"/>
            </a:xfrm>
            <a:prstGeom prst="rect">
              <a:avLst/>
            </a:prstGeom>
          </p:spPr>
        </p:pic>
        <p:pic>
          <p:nvPicPr>
            <p:cNvPr id="442" name="图片 44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7037" y="1770888"/>
              <a:ext cx="266700" cy="266700"/>
            </a:xfrm>
            <a:prstGeom prst="rect">
              <a:avLst/>
            </a:prstGeom>
          </p:spPr>
        </p:pic>
        <p:pic>
          <p:nvPicPr>
            <p:cNvPr id="443" name="图片 442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6568" y="1504188"/>
              <a:ext cx="266700" cy="266700"/>
            </a:xfrm>
            <a:prstGeom prst="rect">
              <a:avLst/>
            </a:prstGeom>
          </p:spPr>
        </p:pic>
        <p:pic>
          <p:nvPicPr>
            <p:cNvPr id="444" name="图片 443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9094" y="1556004"/>
              <a:ext cx="266700" cy="266700"/>
            </a:xfrm>
            <a:prstGeom prst="rect">
              <a:avLst/>
            </a:prstGeom>
          </p:spPr>
        </p:pic>
        <p:cxnSp>
          <p:nvCxnSpPr>
            <p:cNvPr id="445" name="直接箭头连接符 444"/>
            <p:cNvCxnSpPr/>
            <p:nvPr/>
          </p:nvCxnSpPr>
          <p:spPr>
            <a:xfrm flipV="1">
              <a:off x="1284478" y="1999234"/>
              <a:ext cx="445909" cy="266700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箭头连接符 445"/>
            <p:cNvCxnSpPr/>
            <p:nvPr/>
          </p:nvCxnSpPr>
          <p:spPr>
            <a:xfrm flipV="1">
              <a:off x="1730387" y="1732534"/>
              <a:ext cx="1169531" cy="266700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箭头连接符 446"/>
            <p:cNvCxnSpPr/>
            <p:nvPr/>
          </p:nvCxnSpPr>
          <p:spPr>
            <a:xfrm>
              <a:off x="2899918" y="1732534"/>
              <a:ext cx="652526" cy="51816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文本框 447"/>
            <p:cNvSpPr txBox="1"/>
            <p:nvPr/>
          </p:nvSpPr>
          <p:spPr>
            <a:xfrm>
              <a:off x="3545816" y="1345287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user1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pic>
          <p:nvPicPr>
            <p:cNvPr id="449" name="图片 448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159" y="1486662"/>
              <a:ext cx="263398" cy="263398"/>
            </a:xfrm>
            <a:prstGeom prst="rect">
              <a:avLst/>
            </a:prstGeom>
          </p:spPr>
        </p:pic>
        <p:pic>
          <p:nvPicPr>
            <p:cNvPr id="450" name="图片 449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0179" y="1865884"/>
              <a:ext cx="263398" cy="263398"/>
            </a:xfrm>
            <a:prstGeom prst="rect">
              <a:avLst/>
            </a:prstGeom>
          </p:spPr>
        </p:pic>
        <p:pic>
          <p:nvPicPr>
            <p:cNvPr id="451" name="图片 45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7040" y="2096262"/>
              <a:ext cx="263398" cy="263398"/>
            </a:xfrm>
            <a:prstGeom prst="rect">
              <a:avLst/>
            </a:prstGeom>
          </p:spPr>
        </p:pic>
        <p:cxnSp>
          <p:nvCxnSpPr>
            <p:cNvPr id="452" name="直接箭头连接符 451"/>
            <p:cNvCxnSpPr/>
            <p:nvPr/>
          </p:nvCxnSpPr>
          <p:spPr>
            <a:xfrm>
              <a:off x="1870940" y="1720469"/>
              <a:ext cx="541020" cy="379222"/>
            </a:xfrm>
            <a:prstGeom prst="straightConnector1">
              <a:avLst/>
            </a:prstGeom>
            <a:ln w="12700">
              <a:solidFill>
                <a:srgbClr val="338DC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箭头连接符 452"/>
            <p:cNvCxnSpPr/>
            <p:nvPr/>
          </p:nvCxnSpPr>
          <p:spPr>
            <a:xfrm>
              <a:off x="2433157" y="2094103"/>
              <a:ext cx="804303" cy="230378"/>
            </a:xfrm>
            <a:prstGeom prst="straightConnector1">
              <a:avLst/>
            </a:prstGeom>
            <a:ln w="12700">
              <a:solidFill>
                <a:srgbClr val="338DC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4" name="文本框 453"/>
            <p:cNvSpPr txBox="1"/>
            <p:nvPr/>
          </p:nvSpPr>
          <p:spPr>
            <a:xfrm>
              <a:off x="3198725" y="1897507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338DCD"/>
                  </a:solidFill>
                </a:rPr>
                <a:t>user2</a:t>
              </a:r>
              <a:endParaRPr lang="zh-CN" altLang="en-US" dirty="0">
                <a:solidFill>
                  <a:srgbClr val="338DCD"/>
                </a:solidFill>
              </a:endParaRPr>
            </a:p>
          </p:txBody>
        </p:sp>
        <p:sp>
          <p:nvSpPr>
            <p:cNvPr id="455" name="文本框 454"/>
            <p:cNvSpPr txBox="1"/>
            <p:nvPr/>
          </p:nvSpPr>
          <p:spPr>
            <a:xfrm>
              <a:off x="1295606" y="2200936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Day3</a:t>
              </a:r>
              <a:endParaRPr lang="zh-CN" altLang="en-US" dirty="0"/>
            </a:p>
          </p:txBody>
        </p:sp>
      </p:grpSp>
      <p:grpSp>
        <p:nvGrpSpPr>
          <p:cNvPr id="456" name="组合 455"/>
          <p:cNvGrpSpPr/>
          <p:nvPr/>
        </p:nvGrpSpPr>
        <p:grpSpPr>
          <a:xfrm>
            <a:off x="1501371" y="2204615"/>
            <a:ext cx="4251591" cy="1224981"/>
            <a:chOff x="838569" y="1345287"/>
            <a:chExt cx="4251591" cy="1224981"/>
          </a:xfrm>
        </p:grpSpPr>
        <p:sp>
          <p:nvSpPr>
            <p:cNvPr id="457" name="流程图: 数据 456"/>
            <p:cNvSpPr/>
            <p:nvPr/>
          </p:nvSpPr>
          <p:spPr>
            <a:xfrm>
              <a:off x="838569" y="1389699"/>
              <a:ext cx="3499751" cy="1129981"/>
            </a:xfrm>
            <a:prstGeom prst="flowChartInputOutput">
              <a:avLst/>
            </a:prstGeom>
            <a:blipFill dpi="0" rotWithShape="1"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58" name="图片 457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28" y="2037588"/>
              <a:ext cx="266700" cy="266700"/>
            </a:xfrm>
            <a:prstGeom prst="rect">
              <a:avLst/>
            </a:prstGeom>
          </p:spPr>
        </p:pic>
        <p:pic>
          <p:nvPicPr>
            <p:cNvPr id="459" name="图片 458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7037" y="1770888"/>
              <a:ext cx="266700" cy="266700"/>
            </a:xfrm>
            <a:prstGeom prst="rect">
              <a:avLst/>
            </a:prstGeom>
          </p:spPr>
        </p:pic>
        <p:pic>
          <p:nvPicPr>
            <p:cNvPr id="460" name="图片 459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6568" y="1504188"/>
              <a:ext cx="266700" cy="266700"/>
            </a:xfrm>
            <a:prstGeom prst="rect">
              <a:avLst/>
            </a:prstGeom>
          </p:spPr>
        </p:pic>
        <p:pic>
          <p:nvPicPr>
            <p:cNvPr id="461" name="图片 460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9094" y="1556004"/>
              <a:ext cx="266700" cy="266700"/>
            </a:xfrm>
            <a:prstGeom prst="rect">
              <a:avLst/>
            </a:prstGeom>
          </p:spPr>
        </p:pic>
        <p:cxnSp>
          <p:nvCxnSpPr>
            <p:cNvPr id="462" name="直接箭头连接符 461"/>
            <p:cNvCxnSpPr/>
            <p:nvPr/>
          </p:nvCxnSpPr>
          <p:spPr>
            <a:xfrm flipV="1">
              <a:off x="1284478" y="1999234"/>
              <a:ext cx="445909" cy="266700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接箭头连接符 462"/>
            <p:cNvCxnSpPr/>
            <p:nvPr/>
          </p:nvCxnSpPr>
          <p:spPr>
            <a:xfrm flipV="1">
              <a:off x="1730387" y="1732534"/>
              <a:ext cx="1169531" cy="266700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箭头连接符 463"/>
            <p:cNvCxnSpPr/>
            <p:nvPr/>
          </p:nvCxnSpPr>
          <p:spPr>
            <a:xfrm>
              <a:off x="2899918" y="1732534"/>
              <a:ext cx="652526" cy="51816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文本框 464"/>
            <p:cNvSpPr txBox="1"/>
            <p:nvPr/>
          </p:nvSpPr>
          <p:spPr>
            <a:xfrm>
              <a:off x="3545816" y="1345287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user1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pic>
          <p:nvPicPr>
            <p:cNvPr id="466" name="图片 46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159" y="1486662"/>
              <a:ext cx="263398" cy="263398"/>
            </a:xfrm>
            <a:prstGeom prst="rect">
              <a:avLst/>
            </a:prstGeom>
          </p:spPr>
        </p:pic>
        <p:pic>
          <p:nvPicPr>
            <p:cNvPr id="467" name="图片 466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0179" y="1865884"/>
              <a:ext cx="263398" cy="263398"/>
            </a:xfrm>
            <a:prstGeom prst="rect">
              <a:avLst/>
            </a:prstGeom>
          </p:spPr>
        </p:pic>
        <p:pic>
          <p:nvPicPr>
            <p:cNvPr id="468" name="图片 467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7040" y="2096262"/>
              <a:ext cx="263398" cy="263398"/>
            </a:xfrm>
            <a:prstGeom prst="rect">
              <a:avLst/>
            </a:prstGeom>
          </p:spPr>
        </p:pic>
        <p:cxnSp>
          <p:nvCxnSpPr>
            <p:cNvPr id="469" name="直接箭头连接符 468"/>
            <p:cNvCxnSpPr/>
            <p:nvPr/>
          </p:nvCxnSpPr>
          <p:spPr>
            <a:xfrm>
              <a:off x="1870940" y="1720469"/>
              <a:ext cx="541020" cy="379222"/>
            </a:xfrm>
            <a:prstGeom prst="straightConnector1">
              <a:avLst/>
            </a:prstGeom>
            <a:ln w="12700">
              <a:solidFill>
                <a:srgbClr val="338DC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箭头连接符 469"/>
            <p:cNvCxnSpPr/>
            <p:nvPr/>
          </p:nvCxnSpPr>
          <p:spPr>
            <a:xfrm>
              <a:off x="2433157" y="2094103"/>
              <a:ext cx="804303" cy="230378"/>
            </a:xfrm>
            <a:prstGeom prst="straightConnector1">
              <a:avLst/>
            </a:prstGeom>
            <a:ln w="12700">
              <a:solidFill>
                <a:srgbClr val="338DC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文本框 470"/>
            <p:cNvSpPr txBox="1"/>
            <p:nvPr/>
          </p:nvSpPr>
          <p:spPr>
            <a:xfrm>
              <a:off x="3198725" y="1897507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338DCD"/>
                  </a:solidFill>
                </a:rPr>
                <a:t>user2</a:t>
              </a:r>
              <a:endParaRPr lang="zh-CN" altLang="en-US" dirty="0">
                <a:solidFill>
                  <a:srgbClr val="338DCD"/>
                </a:solidFill>
              </a:endParaRPr>
            </a:p>
          </p:txBody>
        </p:sp>
        <p:sp>
          <p:nvSpPr>
            <p:cNvPr id="472" name="文本框 471"/>
            <p:cNvSpPr txBox="1"/>
            <p:nvPr/>
          </p:nvSpPr>
          <p:spPr>
            <a:xfrm>
              <a:off x="1295606" y="2200936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Day2</a:t>
              </a:r>
              <a:endParaRPr lang="zh-CN" altLang="en-US" dirty="0"/>
            </a:p>
          </p:txBody>
        </p:sp>
      </p:grpSp>
      <p:grpSp>
        <p:nvGrpSpPr>
          <p:cNvPr id="473" name="组合 472"/>
          <p:cNvGrpSpPr/>
          <p:nvPr/>
        </p:nvGrpSpPr>
        <p:grpSpPr>
          <a:xfrm>
            <a:off x="1501371" y="1873458"/>
            <a:ext cx="4251591" cy="1224981"/>
            <a:chOff x="838569" y="1345287"/>
            <a:chExt cx="4251591" cy="1224981"/>
          </a:xfrm>
        </p:grpSpPr>
        <p:sp>
          <p:nvSpPr>
            <p:cNvPr id="474" name="流程图: 数据 473"/>
            <p:cNvSpPr/>
            <p:nvPr/>
          </p:nvSpPr>
          <p:spPr>
            <a:xfrm>
              <a:off x="838569" y="1389699"/>
              <a:ext cx="3499751" cy="1129981"/>
            </a:xfrm>
            <a:prstGeom prst="flowChartInputOutput">
              <a:avLst/>
            </a:prstGeom>
            <a:blipFill dpi="0" rotWithShape="1"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75" name="图片 474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28" y="2037588"/>
              <a:ext cx="266700" cy="266700"/>
            </a:xfrm>
            <a:prstGeom prst="rect">
              <a:avLst/>
            </a:prstGeom>
          </p:spPr>
        </p:pic>
        <p:pic>
          <p:nvPicPr>
            <p:cNvPr id="476" name="图片 47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7037" y="1770888"/>
              <a:ext cx="266700" cy="266700"/>
            </a:xfrm>
            <a:prstGeom prst="rect">
              <a:avLst/>
            </a:prstGeom>
          </p:spPr>
        </p:pic>
        <p:pic>
          <p:nvPicPr>
            <p:cNvPr id="477" name="图片 476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6568" y="1504188"/>
              <a:ext cx="266700" cy="266700"/>
            </a:xfrm>
            <a:prstGeom prst="rect">
              <a:avLst/>
            </a:prstGeom>
          </p:spPr>
        </p:pic>
        <p:pic>
          <p:nvPicPr>
            <p:cNvPr id="478" name="图片 477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9094" y="1556004"/>
              <a:ext cx="266700" cy="266700"/>
            </a:xfrm>
            <a:prstGeom prst="rect">
              <a:avLst/>
            </a:prstGeom>
          </p:spPr>
        </p:pic>
        <p:cxnSp>
          <p:nvCxnSpPr>
            <p:cNvPr id="479" name="直接箭头连接符 478"/>
            <p:cNvCxnSpPr/>
            <p:nvPr/>
          </p:nvCxnSpPr>
          <p:spPr>
            <a:xfrm flipV="1">
              <a:off x="1284478" y="1999234"/>
              <a:ext cx="445909" cy="266700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箭头连接符 479"/>
            <p:cNvCxnSpPr/>
            <p:nvPr/>
          </p:nvCxnSpPr>
          <p:spPr>
            <a:xfrm flipV="1">
              <a:off x="1730387" y="1732534"/>
              <a:ext cx="1169531" cy="266700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箭头连接符 480"/>
            <p:cNvCxnSpPr/>
            <p:nvPr/>
          </p:nvCxnSpPr>
          <p:spPr>
            <a:xfrm>
              <a:off x="2899918" y="1732534"/>
              <a:ext cx="652526" cy="51816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2" name="文本框 481"/>
            <p:cNvSpPr txBox="1"/>
            <p:nvPr/>
          </p:nvSpPr>
          <p:spPr>
            <a:xfrm>
              <a:off x="3545816" y="1345287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user1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pic>
          <p:nvPicPr>
            <p:cNvPr id="483" name="图片 482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159" y="1486662"/>
              <a:ext cx="263398" cy="263398"/>
            </a:xfrm>
            <a:prstGeom prst="rect">
              <a:avLst/>
            </a:prstGeom>
          </p:spPr>
        </p:pic>
        <p:pic>
          <p:nvPicPr>
            <p:cNvPr id="484" name="图片 483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0179" y="1865884"/>
              <a:ext cx="263398" cy="263398"/>
            </a:xfrm>
            <a:prstGeom prst="rect">
              <a:avLst/>
            </a:prstGeom>
          </p:spPr>
        </p:pic>
        <p:pic>
          <p:nvPicPr>
            <p:cNvPr id="485" name="图片 484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7040" y="2096262"/>
              <a:ext cx="263398" cy="263398"/>
            </a:xfrm>
            <a:prstGeom prst="rect">
              <a:avLst/>
            </a:prstGeom>
          </p:spPr>
        </p:pic>
        <p:cxnSp>
          <p:nvCxnSpPr>
            <p:cNvPr id="486" name="直接箭头连接符 485"/>
            <p:cNvCxnSpPr/>
            <p:nvPr/>
          </p:nvCxnSpPr>
          <p:spPr>
            <a:xfrm>
              <a:off x="1870940" y="1720469"/>
              <a:ext cx="541020" cy="379222"/>
            </a:xfrm>
            <a:prstGeom prst="straightConnector1">
              <a:avLst/>
            </a:prstGeom>
            <a:ln w="12700">
              <a:solidFill>
                <a:srgbClr val="338DC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箭头连接符 486"/>
            <p:cNvCxnSpPr/>
            <p:nvPr/>
          </p:nvCxnSpPr>
          <p:spPr>
            <a:xfrm>
              <a:off x="2433157" y="2094103"/>
              <a:ext cx="804303" cy="230378"/>
            </a:xfrm>
            <a:prstGeom prst="straightConnector1">
              <a:avLst/>
            </a:prstGeom>
            <a:ln w="12700">
              <a:solidFill>
                <a:srgbClr val="338DC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文本框 487"/>
            <p:cNvSpPr txBox="1"/>
            <p:nvPr/>
          </p:nvSpPr>
          <p:spPr>
            <a:xfrm>
              <a:off x="3198725" y="1897507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338DCD"/>
                  </a:solidFill>
                </a:rPr>
                <a:t>user2</a:t>
              </a:r>
              <a:endParaRPr lang="zh-CN" altLang="en-US" dirty="0">
                <a:solidFill>
                  <a:srgbClr val="338DCD"/>
                </a:solidFill>
              </a:endParaRPr>
            </a:p>
          </p:txBody>
        </p:sp>
        <p:sp>
          <p:nvSpPr>
            <p:cNvPr id="489" name="文本框 488"/>
            <p:cNvSpPr txBox="1"/>
            <p:nvPr/>
          </p:nvSpPr>
          <p:spPr>
            <a:xfrm>
              <a:off x="1295606" y="2200936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Day1</a:t>
              </a:r>
              <a:endParaRPr lang="zh-CN" altLang="en-US" dirty="0"/>
            </a:p>
          </p:txBody>
        </p:sp>
      </p:grpSp>
      <p:sp>
        <p:nvSpPr>
          <p:cNvPr id="490" name="文本框 489"/>
          <p:cNvSpPr txBox="1"/>
          <p:nvPr/>
        </p:nvSpPr>
        <p:spPr>
          <a:xfrm>
            <a:off x="2814113" y="3851000"/>
            <a:ext cx="108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grpSp>
        <p:nvGrpSpPr>
          <p:cNvPr id="491" name="组合 490"/>
          <p:cNvGrpSpPr/>
          <p:nvPr/>
        </p:nvGrpSpPr>
        <p:grpSpPr>
          <a:xfrm>
            <a:off x="1231391" y="4562559"/>
            <a:ext cx="4251591" cy="1224981"/>
            <a:chOff x="838569" y="1345287"/>
            <a:chExt cx="4251591" cy="1224981"/>
          </a:xfrm>
        </p:grpSpPr>
        <p:sp>
          <p:nvSpPr>
            <p:cNvPr id="492" name="流程图: 数据 491"/>
            <p:cNvSpPr/>
            <p:nvPr/>
          </p:nvSpPr>
          <p:spPr>
            <a:xfrm>
              <a:off x="838569" y="1389699"/>
              <a:ext cx="3499751" cy="1129981"/>
            </a:xfrm>
            <a:prstGeom prst="flowChartInputOutput">
              <a:avLst/>
            </a:prstGeom>
            <a:blipFill dpi="0" rotWithShape="1"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93" name="图片 492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28" y="2037588"/>
              <a:ext cx="266700" cy="266700"/>
            </a:xfrm>
            <a:prstGeom prst="rect">
              <a:avLst/>
            </a:prstGeom>
          </p:spPr>
        </p:pic>
        <p:pic>
          <p:nvPicPr>
            <p:cNvPr id="494" name="图片 493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7037" y="1770888"/>
              <a:ext cx="266700" cy="266700"/>
            </a:xfrm>
            <a:prstGeom prst="rect">
              <a:avLst/>
            </a:prstGeom>
          </p:spPr>
        </p:pic>
        <p:pic>
          <p:nvPicPr>
            <p:cNvPr id="495" name="图片 494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6568" y="1504188"/>
              <a:ext cx="266700" cy="266700"/>
            </a:xfrm>
            <a:prstGeom prst="rect">
              <a:avLst/>
            </a:prstGeom>
          </p:spPr>
        </p:pic>
        <p:pic>
          <p:nvPicPr>
            <p:cNvPr id="496" name="图片 49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9094" y="1556004"/>
              <a:ext cx="266700" cy="266700"/>
            </a:xfrm>
            <a:prstGeom prst="rect">
              <a:avLst/>
            </a:prstGeom>
          </p:spPr>
        </p:pic>
        <p:cxnSp>
          <p:nvCxnSpPr>
            <p:cNvPr id="497" name="直接箭头连接符 496"/>
            <p:cNvCxnSpPr/>
            <p:nvPr/>
          </p:nvCxnSpPr>
          <p:spPr>
            <a:xfrm flipV="1">
              <a:off x="1284478" y="1999234"/>
              <a:ext cx="445909" cy="266700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箭头连接符 497"/>
            <p:cNvCxnSpPr/>
            <p:nvPr/>
          </p:nvCxnSpPr>
          <p:spPr>
            <a:xfrm flipV="1">
              <a:off x="1730387" y="1732534"/>
              <a:ext cx="1169531" cy="266700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直接箭头连接符 498"/>
            <p:cNvCxnSpPr/>
            <p:nvPr/>
          </p:nvCxnSpPr>
          <p:spPr>
            <a:xfrm>
              <a:off x="2899918" y="1732534"/>
              <a:ext cx="652526" cy="51816"/>
            </a:xfrm>
            <a:prstGeom prst="straightConnector1">
              <a:avLst/>
            </a:prstGeom>
            <a:ln w="12700">
              <a:solidFill>
                <a:srgbClr val="CC4A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0" name="文本框 499"/>
            <p:cNvSpPr txBox="1"/>
            <p:nvPr/>
          </p:nvSpPr>
          <p:spPr>
            <a:xfrm>
              <a:off x="3545816" y="1345287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user1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pic>
          <p:nvPicPr>
            <p:cNvPr id="501" name="图片 50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159" y="1486662"/>
              <a:ext cx="263398" cy="263398"/>
            </a:xfrm>
            <a:prstGeom prst="rect">
              <a:avLst/>
            </a:prstGeom>
          </p:spPr>
        </p:pic>
        <p:pic>
          <p:nvPicPr>
            <p:cNvPr id="502" name="图片 50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0179" y="1865884"/>
              <a:ext cx="263398" cy="263398"/>
            </a:xfrm>
            <a:prstGeom prst="rect">
              <a:avLst/>
            </a:prstGeom>
          </p:spPr>
        </p:pic>
        <p:pic>
          <p:nvPicPr>
            <p:cNvPr id="503" name="图片 502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7040" y="2096262"/>
              <a:ext cx="263398" cy="263398"/>
            </a:xfrm>
            <a:prstGeom prst="rect">
              <a:avLst/>
            </a:prstGeom>
          </p:spPr>
        </p:pic>
        <p:cxnSp>
          <p:nvCxnSpPr>
            <p:cNvPr id="504" name="直接箭头连接符 503"/>
            <p:cNvCxnSpPr/>
            <p:nvPr/>
          </p:nvCxnSpPr>
          <p:spPr>
            <a:xfrm>
              <a:off x="1870940" y="1720469"/>
              <a:ext cx="541020" cy="379222"/>
            </a:xfrm>
            <a:prstGeom prst="straightConnector1">
              <a:avLst/>
            </a:prstGeom>
            <a:ln w="12700">
              <a:solidFill>
                <a:srgbClr val="338DC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箭头连接符 504"/>
            <p:cNvCxnSpPr/>
            <p:nvPr/>
          </p:nvCxnSpPr>
          <p:spPr>
            <a:xfrm>
              <a:off x="2433157" y="2094103"/>
              <a:ext cx="804303" cy="230378"/>
            </a:xfrm>
            <a:prstGeom prst="straightConnector1">
              <a:avLst/>
            </a:prstGeom>
            <a:ln w="12700">
              <a:solidFill>
                <a:srgbClr val="338DC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6" name="文本框 505"/>
            <p:cNvSpPr txBox="1"/>
            <p:nvPr/>
          </p:nvSpPr>
          <p:spPr>
            <a:xfrm>
              <a:off x="3198725" y="1897507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338DCD"/>
                  </a:solidFill>
                </a:rPr>
                <a:t>user2</a:t>
              </a:r>
              <a:endParaRPr lang="zh-CN" altLang="en-US" dirty="0">
                <a:solidFill>
                  <a:srgbClr val="338DCD"/>
                </a:solidFill>
              </a:endParaRPr>
            </a:p>
          </p:txBody>
        </p:sp>
        <p:sp>
          <p:nvSpPr>
            <p:cNvPr id="507" name="文本框 506"/>
            <p:cNvSpPr txBox="1"/>
            <p:nvPr/>
          </p:nvSpPr>
          <p:spPr>
            <a:xfrm>
              <a:off x="1295606" y="2200936"/>
              <a:ext cx="1544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DayN</a:t>
              </a:r>
              <a:endParaRPr lang="zh-CN" altLang="en-US" dirty="0"/>
            </a:p>
          </p:txBody>
        </p:sp>
      </p:grpSp>
      <p:sp>
        <p:nvSpPr>
          <p:cNvPr id="508" name="文本框 507"/>
          <p:cNvSpPr txBox="1"/>
          <p:nvPr/>
        </p:nvSpPr>
        <p:spPr>
          <a:xfrm>
            <a:off x="1624670" y="3885416"/>
            <a:ext cx="3183417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6981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86981D"/>
                </a:solidFill>
              </a:rPr>
              <a:t>History sparse trajectories</a:t>
            </a:r>
            <a:endParaRPr lang="zh-CN" altLang="en-US" sz="2000" dirty="0">
              <a:solidFill>
                <a:srgbClr val="86981D"/>
              </a:solidFill>
            </a:endParaRPr>
          </a:p>
        </p:txBody>
      </p:sp>
      <p:sp>
        <p:nvSpPr>
          <p:cNvPr id="509" name="文本框 508"/>
          <p:cNvSpPr txBox="1"/>
          <p:nvPr/>
        </p:nvSpPr>
        <p:spPr>
          <a:xfrm>
            <a:off x="1441425" y="5906430"/>
            <a:ext cx="328651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6981D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C00000"/>
                </a:solidFill>
              </a:defRPr>
            </a:lvl1pPr>
          </a:lstStyle>
          <a:p>
            <a:r>
              <a:rPr lang="en-US" altLang="zh-CN" dirty="0">
                <a:solidFill>
                  <a:srgbClr val="86981D"/>
                </a:solidFill>
              </a:rPr>
              <a:t>Current sparse trajectories </a:t>
            </a:r>
            <a:endParaRPr lang="zh-CN" altLang="en-US" dirty="0">
              <a:solidFill>
                <a:srgbClr val="86981D"/>
              </a:solidFill>
            </a:endParaRPr>
          </a:p>
        </p:txBody>
      </p:sp>
      <p:sp>
        <p:nvSpPr>
          <p:cNvPr id="510" name="右弧形箭头 509"/>
          <p:cNvSpPr/>
          <p:nvPr/>
        </p:nvSpPr>
        <p:spPr>
          <a:xfrm>
            <a:off x="4885065" y="2869903"/>
            <a:ext cx="995082" cy="2217863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1" name="下弧形箭头 510"/>
          <p:cNvSpPr/>
          <p:nvPr/>
        </p:nvSpPr>
        <p:spPr>
          <a:xfrm rot="20172464">
            <a:off x="4498341" y="4494547"/>
            <a:ext cx="3800718" cy="1061672"/>
          </a:xfrm>
          <a:prstGeom prst="curvedUpArrow">
            <a:avLst>
              <a:gd name="adj1" fmla="val 25000"/>
              <a:gd name="adj2" fmla="val 75158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393" y="4491984"/>
            <a:ext cx="6301342" cy="13536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67446" y="2063357"/>
                <a:ext cx="69200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46" y="2063357"/>
                <a:ext cx="692005" cy="49244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文本框 603"/>
              <p:cNvSpPr txBox="1"/>
              <p:nvPr/>
            </p:nvSpPr>
            <p:spPr>
              <a:xfrm>
                <a:off x="832514" y="2672759"/>
                <a:ext cx="69200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04" name="文本框 6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14" y="2672759"/>
                <a:ext cx="692005" cy="49244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文本框 604"/>
              <p:cNvSpPr txBox="1"/>
              <p:nvPr/>
            </p:nvSpPr>
            <p:spPr>
              <a:xfrm>
                <a:off x="707413" y="4953836"/>
                <a:ext cx="69200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05" name="文本框 6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13" y="4953836"/>
                <a:ext cx="692005" cy="49244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文本框 605"/>
              <p:cNvSpPr txBox="1"/>
              <p:nvPr/>
            </p:nvSpPr>
            <p:spPr>
              <a:xfrm>
                <a:off x="509701" y="3522754"/>
                <a:ext cx="69200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06" name="文本框 6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01" y="3522754"/>
                <a:ext cx="692005" cy="492443"/>
              </a:xfrm>
              <a:prstGeom prst="rect">
                <a:avLst/>
              </a:prstGeom>
              <a:blipFill rotWithShape="0">
                <a:blip r:embed="rId15"/>
                <a:stretch>
                  <a:fillRect r="-33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D959FE8E-61A9-4185-8A54-7F6BE242366A}"/>
              </a:ext>
            </a:extLst>
          </p:cNvPr>
          <p:cNvGrpSpPr/>
          <p:nvPr/>
        </p:nvGrpSpPr>
        <p:grpSpPr>
          <a:xfrm>
            <a:off x="6276424" y="1656902"/>
            <a:ext cx="5095958" cy="2426002"/>
            <a:chOff x="6276424" y="1656902"/>
            <a:chExt cx="5095958" cy="2426002"/>
          </a:xfrm>
        </p:grpSpPr>
        <p:grpSp>
          <p:nvGrpSpPr>
            <p:cNvPr id="512" name="组合 511"/>
            <p:cNvGrpSpPr/>
            <p:nvPr/>
          </p:nvGrpSpPr>
          <p:grpSpPr>
            <a:xfrm>
              <a:off x="6276424" y="1656902"/>
              <a:ext cx="5095958" cy="2426002"/>
              <a:chOff x="6679813" y="1783059"/>
              <a:chExt cx="5376411" cy="2875004"/>
            </a:xfrm>
          </p:grpSpPr>
          <p:grpSp>
            <p:nvGrpSpPr>
              <p:cNvPr id="513" name="组合 512"/>
              <p:cNvGrpSpPr/>
              <p:nvPr/>
            </p:nvGrpSpPr>
            <p:grpSpPr>
              <a:xfrm>
                <a:off x="6679813" y="2349734"/>
                <a:ext cx="5376411" cy="2308329"/>
                <a:chOff x="838569" y="1389699"/>
                <a:chExt cx="4271923" cy="1269816"/>
              </a:xfrm>
            </p:grpSpPr>
            <p:sp>
              <p:nvSpPr>
                <p:cNvPr id="599" name="流程图: 数据 598"/>
                <p:cNvSpPr/>
                <p:nvPr/>
              </p:nvSpPr>
              <p:spPr>
                <a:xfrm>
                  <a:off x="838569" y="1389699"/>
                  <a:ext cx="3499751" cy="1129981"/>
                </a:xfrm>
                <a:prstGeom prst="flowChartInputOutput">
                  <a:avLst/>
                </a:prstGeom>
                <a:blipFill dpi="0" rotWithShape="1">
                  <a:blip r:embed="rId16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600" name="图片 599"/>
                <p:cNvPicPr>
                  <a:picLocks noChangeAspect="1"/>
                </p:cNvPicPr>
                <p:nvPr/>
              </p:nvPicPr>
              <p:blipFill>
                <a:blip r:embed="rId17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1128" y="2084678"/>
                  <a:ext cx="219611" cy="219610"/>
                </a:xfrm>
                <a:prstGeom prst="rect">
                  <a:avLst/>
                </a:prstGeom>
              </p:spPr>
            </p:pic>
            <p:sp>
              <p:nvSpPr>
                <p:cNvPr id="601" name="文本框 600"/>
                <p:cNvSpPr txBox="1"/>
                <p:nvPr/>
              </p:nvSpPr>
              <p:spPr>
                <a:xfrm>
                  <a:off x="3566148" y="1643304"/>
                  <a:ext cx="15443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00000"/>
                      </a:solidFill>
                    </a:rPr>
                    <a:t>user1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602" name="文本框 601"/>
                <p:cNvSpPr txBox="1"/>
                <p:nvPr/>
              </p:nvSpPr>
              <p:spPr>
                <a:xfrm>
                  <a:off x="3268446" y="2129565"/>
                  <a:ext cx="15443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338DCD"/>
                      </a:solidFill>
                    </a:rPr>
                    <a:t>user2</a:t>
                  </a:r>
                  <a:endParaRPr lang="zh-CN" altLang="en-US" dirty="0">
                    <a:solidFill>
                      <a:srgbClr val="338DCD"/>
                    </a:solidFill>
                  </a:endParaRPr>
                </a:p>
              </p:txBody>
            </p:sp>
            <p:sp>
              <p:nvSpPr>
                <p:cNvPr id="603" name="文本框 602"/>
                <p:cNvSpPr txBox="1"/>
                <p:nvPr/>
              </p:nvSpPr>
              <p:spPr>
                <a:xfrm>
                  <a:off x="1309601" y="2290183"/>
                  <a:ext cx="15443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 err="1"/>
                    <a:t>DayN</a:t>
                  </a:r>
                  <a:endParaRPr lang="zh-CN" altLang="en-US" dirty="0"/>
                </a:p>
              </p:txBody>
            </p:sp>
          </p:grpSp>
          <p:pic>
            <p:nvPicPr>
              <p:cNvPr id="514" name="图片 513"/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2783" y="3097758"/>
                <a:ext cx="276391" cy="399217"/>
              </a:xfrm>
              <a:prstGeom prst="rect">
                <a:avLst/>
              </a:prstGeom>
            </p:spPr>
          </p:pic>
          <p:pic>
            <p:nvPicPr>
              <p:cNvPr id="515" name="图片 514"/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52726" y="2642227"/>
                <a:ext cx="276391" cy="399217"/>
              </a:xfrm>
              <a:prstGeom prst="rect">
                <a:avLst/>
              </a:prstGeom>
            </p:spPr>
          </p:pic>
          <p:pic>
            <p:nvPicPr>
              <p:cNvPr id="516" name="图片 515"/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27347" y="2707404"/>
                <a:ext cx="276391" cy="399217"/>
              </a:xfrm>
              <a:prstGeom prst="rect">
                <a:avLst/>
              </a:prstGeom>
            </p:spPr>
          </p:pic>
          <p:pic>
            <p:nvPicPr>
              <p:cNvPr id="517" name="图片 516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73374" y="3633844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18" name="图片 517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53832" y="3616868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19" name="图片 518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22593" y="3513409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0" name="图片 519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78559" y="3412559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1" name="图片 520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47671" y="3359329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2" name="图片 521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31141" y="3284278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3" name="图片 522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79070" y="3253021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4" name="图片 523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74599" y="3268513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5" name="图片 524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42836" y="3239778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6" name="图片 525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14091" y="3222483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7" name="图片 526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2963" y="3192092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8" name="图片 527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84418" y="3207754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29" name="图片 528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25023" y="3207754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0" name="图片 529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46112" y="3019504"/>
                <a:ext cx="149049" cy="215285"/>
              </a:xfrm>
              <a:prstGeom prst="rect">
                <a:avLst/>
              </a:prstGeom>
            </p:spPr>
          </p:pic>
          <p:pic>
            <p:nvPicPr>
              <p:cNvPr id="531" name="图片 530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29818" y="2993645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2" name="图片 531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05949" y="2987695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3" name="图片 532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5927" y="2968719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4" name="图片 533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03126" y="2955237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5" name="图片 534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86993" y="2924948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6" name="图片 535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80984" y="2924947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7" name="图片 536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73759" y="2909516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8" name="图片 537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35066" y="2754884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39" name="图片 538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06941" y="2694417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0" name="图片 539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14499" y="2677014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1" name="图片 540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37165" y="2850708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2" name="图片 541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29923" y="2773520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3" name="图片 542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37165" y="2941002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4" name="图片 543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28956" y="3010681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5" name="图片 544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2072" y="3121655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6" name="图片 545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8272" y="3071170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7" name="图片 546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88598" y="3047199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8" name="图片 547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65295" y="3039695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49" name="图片 548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64551" y="3032191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50" name="图片 549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24649" y="2962922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51" name="图片 550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9525" y="3047198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52" name="图片 551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01886" y="3146443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53" name="图片 552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2701" y="3238089"/>
                <a:ext cx="152400" cy="220125"/>
              </a:xfrm>
              <a:prstGeom prst="rect">
                <a:avLst/>
              </a:prstGeom>
            </p:spPr>
          </p:pic>
          <p:pic>
            <p:nvPicPr>
              <p:cNvPr id="554" name="图片 553"/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08642" y="3245458"/>
                <a:ext cx="152400" cy="220125"/>
              </a:xfrm>
              <a:prstGeom prst="rect">
                <a:avLst/>
              </a:prstGeom>
            </p:spPr>
          </p:pic>
          <p:sp>
            <p:nvSpPr>
              <p:cNvPr id="555" name="任意多边形 554"/>
              <p:cNvSpPr/>
              <p:nvPr/>
            </p:nvSpPr>
            <p:spPr>
              <a:xfrm>
                <a:off x="7208520" y="2834640"/>
                <a:ext cx="2895600" cy="1104900"/>
              </a:xfrm>
              <a:custGeom>
                <a:avLst/>
                <a:gdLst>
                  <a:gd name="connsiteX0" fmla="*/ 0 w 2895600"/>
                  <a:gd name="connsiteY0" fmla="*/ 1104900 h 1104900"/>
                  <a:gd name="connsiteX1" fmla="*/ 30480 w 2895600"/>
                  <a:gd name="connsiteY1" fmla="*/ 1066800 h 1104900"/>
                  <a:gd name="connsiteX2" fmla="*/ 76200 w 2895600"/>
                  <a:gd name="connsiteY2" fmla="*/ 1043940 h 1104900"/>
                  <a:gd name="connsiteX3" fmla="*/ 99060 w 2895600"/>
                  <a:gd name="connsiteY3" fmla="*/ 1028700 h 1104900"/>
                  <a:gd name="connsiteX4" fmla="*/ 121920 w 2895600"/>
                  <a:gd name="connsiteY4" fmla="*/ 1021080 h 1104900"/>
                  <a:gd name="connsiteX5" fmla="*/ 167640 w 2895600"/>
                  <a:gd name="connsiteY5" fmla="*/ 998220 h 1104900"/>
                  <a:gd name="connsiteX6" fmla="*/ 205740 w 2895600"/>
                  <a:gd name="connsiteY6" fmla="*/ 967740 h 1104900"/>
                  <a:gd name="connsiteX7" fmla="*/ 220980 w 2895600"/>
                  <a:gd name="connsiteY7" fmla="*/ 944880 h 1104900"/>
                  <a:gd name="connsiteX8" fmla="*/ 228600 w 2895600"/>
                  <a:gd name="connsiteY8" fmla="*/ 906780 h 1104900"/>
                  <a:gd name="connsiteX9" fmla="*/ 274320 w 2895600"/>
                  <a:gd name="connsiteY9" fmla="*/ 868680 h 1104900"/>
                  <a:gd name="connsiteX10" fmla="*/ 289560 w 2895600"/>
                  <a:gd name="connsiteY10" fmla="*/ 845820 h 1104900"/>
                  <a:gd name="connsiteX11" fmla="*/ 304800 w 2895600"/>
                  <a:gd name="connsiteY11" fmla="*/ 807720 h 1104900"/>
                  <a:gd name="connsiteX12" fmla="*/ 350520 w 2895600"/>
                  <a:gd name="connsiteY12" fmla="*/ 769620 h 1104900"/>
                  <a:gd name="connsiteX13" fmla="*/ 373380 w 2895600"/>
                  <a:gd name="connsiteY13" fmla="*/ 746760 h 1104900"/>
                  <a:gd name="connsiteX14" fmla="*/ 426720 w 2895600"/>
                  <a:gd name="connsiteY14" fmla="*/ 723900 h 1104900"/>
                  <a:gd name="connsiteX15" fmla="*/ 449580 w 2895600"/>
                  <a:gd name="connsiteY15" fmla="*/ 693420 h 1104900"/>
                  <a:gd name="connsiteX16" fmla="*/ 464820 w 2895600"/>
                  <a:gd name="connsiteY16" fmla="*/ 670560 h 1104900"/>
                  <a:gd name="connsiteX17" fmla="*/ 495300 w 2895600"/>
                  <a:gd name="connsiteY17" fmla="*/ 655320 h 1104900"/>
                  <a:gd name="connsiteX18" fmla="*/ 518160 w 2895600"/>
                  <a:gd name="connsiteY18" fmla="*/ 640080 h 1104900"/>
                  <a:gd name="connsiteX19" fmla="*/ 586740 w 2895600"/>
                  <a:gd name="connsiteY19" fmla="*/ 609600 h 1104900"/>
                  <a:gd name="connsiteX20" fmla="*/ 822960 w 2895600"/>
                  <a:gd name="connsiteY20" fmla="*/ 624840 h 1104900"/>
                  <a:gd name="connsiteX21" fmla="*/ 891540 w 2895600"/>
                  <a:gd name="connsiteY21" fmla="*/ 647700 h 1104900"/>
                  <a:gd name="connsiteX22" fmla="*/ 944880 w 2895600"/>
                  <a:gd name="connsiteY22" fmla="*/ 632460 h 1104900"/>
                  <a:gd name="connsiteX23" fmla="*/ 982980 w 2895600"/>
                  <a:gd name="connsiteY23" fmla="*/ 617220 h 1104900"/>
                  <a:gd name="connsiteX24" fmla="*/ 1097280 w 2895600"/>
                  <a:gd name="connsiteY24" fmla="*/ 609600 h 1104900"/>
                  <a:gd name="connsiteX25" fmla="*/ 1402080 w 2895600"/>
                  <a:gd name="connsiteY25" fmla="*/ 601980 h 1104900"/>
                  <a:gd name="connsiteX26" fmla="*/ 1394460 w 2895600"/>
                  <a:gd name="connsiteY26" fmla="*/ 487680 h 1104900"/>
                  <a:gd name="connsiteX27" fmla="*/ 1386840 w 2895600"/>
                  <a:gd name="connsiteY27" fmla="*/ 464820 h 1104900"/>
                  <a:gd name="connsiteX28" fmla="*/ 1394460 w 2895600"/>
                  <a:gd name="connsiteY28" fmla="*/ 388620 h 1104900"/>
                  <a:gd name="connsiteX29" fmla="*/ 1409700 w 2895600"/>
                  <a:gd name="connsiteY29" fmla="*/ 365760 h 1104900"/>
                  <a:gd name="connsiteX30" fmla="*/ 1478280 w 2895600"/>
                  <a:gd name="connsiteY30" fmla="*/ 335280 h 1104900"/>
                  <a:gd name="connsiteX31" fmla="*/ 1577340 w 2895600"/>
                  <a:gd name="connsiteY31" fmla="*/ 327660 h 1104900"/>
                  <a:gd name="connsiteX32" fmla="*/ 1798320 w 2895600"/>
                  <a:gd name="connsiteY32" fmla="*/ 320040 h 1104900"/>
                  <a:gd name="connsiteX33" fmla="*/ 1813560 w 2895600"/>
                  <a:gd name="connsiteY33" fmla="*/ 297180 h 1104900"/>
                  <a:gd name="connsiteX34" fmla="*/ 1912620 w 2895600"/>
                  <a:gd name="connsiteY34" fmla="*/ 274320 h 1104900"/>
                  <a:gd name="connsiteX35" fmla="*/ 1935480 w 2895600"/>
                  <a:gd name="connsiteY35" fmla="*/ 266700 h 1104900"/>
                  <a:gd name="connsiteX36" fmla="*/ 1973580 w 2895600"/>
                  <a:gd name="connsiteY36" fmla="*/ 259080 h 1104900"/>
                  <a:gd name="connsiteX37" fmla="*/ 2019300 w 2895600"/>
                  <a:gd name="connsiteY37" fmla="*/ 228600 h 1104900"/>
                  <a:gd name="connsiteX38" fmla="*/ 2072640 w 2895600"/>
                  <a:gd name="connsiteY38" fmla="*/ 205740 h 1104900"/>
                  <a:gd name="connsiteX39" fmla="*/ 2087880 w 2895600"/>
                  <a:gd name="connsiteY39" fmla="*/ 182880 h 1104900"/>
                  <a:gd name="connsiteX40" fmla="*/ 2095500 w 2895600"/>
                  <a:gd name="connsiteY40" fmla="*/ 160020 h 1104900"/>
                  <a:gd name="connsiteX41" fmla="*/ 2118360 w 2895600"/>
                  <a:gd name="connsiteY41" fmla="*/ 137160 h 1104900"/>
                  <a:gd name="connsiteX42" fmla="*/ 2133600 w 2895600"/>
                  <a:gd name="connsiteY42" fmla="*/ 114300 h 1104900"/>
                  <a:gd name="connsiteX43" fmla="*/ 2179320 w 2895600"/>
                  <a:gd name="connsiteY43" fmla="*/ 83820 h 1104900"/>
                  <a:gd name="connsiteX44" fmla="*/ 2202180 w 2895600"/>
                  <a:gd name="connsiteY44" fmla="*/ 68580 h 1104900"/>
                  <a:gd name="connsiteX45" fmla="*/ 2225040 w 2895600"/>
                  <a:gd name="connsiteY45" fmla="*/ 45720 h 1104900"/>
                  <a:gd name="connsiteX46" fmla="*/ 2301240 w 2895600"/>
                  <a:gd name="connsiteY46" fmla="*/ 0 h 1104900"/>
                  <a:gd name="connsiteX47" fmla="*/ 2369820 w 2895600"/>
                  <a:gd name="connsiteY47" fmla="*/ 7620 h 1104900"/>
                  <a:gd name="connsiteX48" fmla="*/ 2400300 w 2895600"/>
                  <a:gd name="connsiteY48" fmla="*/ 60960 h 1104900"/>
                  <a:gd name="connsiteX49" fmla="*/ 2423160 w 2895600"/>
                  <a:gd name="connsiteY49" fmla="*/ 83820 h 1104900"/>
                  <a:gd name="connsiteX50" fmla="*/ 2430780 w 2895600"/>
                  <a:gd name="connsiteY50" fmla="*/ 160020 h 1104900"/>
                  <a:gd name="connsiteX51" fmla="*/ 2446020 w 2895600"/>
                  <a:gd name="connsiteY51" fmla="*/ 213360 h 1104900"/>
                  <a:gd name="connsiteX52" fmla="*/ 2453640 w 2895600"/>
                  <a:gd name="connsiteY52" fmla="*/ 259080 h 1104900"/>
                  <a:gd name="connsiteX53" fmla="*/ 2468880 w 2895600"/>
                  <a:gd name="connsiteY53" fmla="*/ 411480 h 1104900"/>
                  <a:gd name="connsiteX54" fmla="*/ 2476500 w 2895600"/>
                  <a:gd name="connsiteY54" fmla="*/ 434340 h 1104900"/>
                  <a:gd name="connsiteX55" fmla="*/ 2491740 w 2895600"/>
                  <a:gd name="connsiteY55" fmla="*/ 457200 h 1104900"/>
                  <a:gd name="connsiteX56" fmla="*/ 2514600 w 2895600"/>
                  <a:gd name="connsiteY56" fmla="*/ 464820 h 1104900"/>
                  <a:gd name="connsiteX57" fmla="*/ 2537460 w 2895600"/>
                  <a:gd name="connsiteY57" fmla="*/ 441960 h 1104900"/>
                  <a:gd name="connsiteX58" fmla="*/ 2567940 w 2895600"/>
                  <a:gd name="connsiteY58" fmla="*/ 426720 h 1104900"/>
                  <a:gd name="connsiteX59" fmla="*/ 2621280 w 2895600"/>
                  <a:gd name="connsiteY59" fmla="*/ 411480 h 1104900"/>
                  <a:gd name="connsiteX60" fmla="*/ 2644140 w 2895600"/>
                  <a:gd name="connsiteY60" fmla="*/ 396240 h 1104900"/>
                  <a:gd name="connsiteX61" fmla="*/ 2689860 w 2895600"/>
                  <a:gd name="connsiteY61" fmla="*/ 358140 h 1104900"/>
                  <a:gd name="connsiteX62" fmla="*/ 2727960 w 2895600"/>
                  <a:gd name="connsiteY62" fmla="*/ 335280 h 1104900"/>
                  <a:gd name="connsiteX63" fmla="*/ 2796540 w 2895600"/>
                  <a:gd name="connsiteY63" fmla="*/ 320040 h 1104900"/>
                  <a:gd name="connsiteX64" fmla="*/ 2811780 w 2895600"/>
                  <a:gd name="connsiteY64" fmla="*/ 297180 h 1104900"/>
                  <a:gd name="connsiteX65" fmla="*/ 2819400 w 2895600"/>
                  <a:gd name="connsiteY65" fmla="*/ 274320 h 1104900"/>
                  <a:gd name="connsiteX66" fmla="*/ 2842260 w 2895600"/>
                  <a:gd name="connsiteY66" fmla="*/ 259080 h 1104900"/>
                  <a:gd name="connsiteX67" fmla="*/ 2849880 w 2895600"/>
                  <a:gd name="connsiteY67" fmla="*/ 236220 h 1104900"/>
                  <a:gd name="connsiteX68" fmla="*/ 2895600 w 2895600"/>
                  <a:gd name="connsiteY68" fmla="*/ 228600 h 1104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2895600" h="1104900">
                    <a:moveTo>
                      <a:pt x="0" y="1104900"/>
                    </a:moveTo>
                    <a:cubicBezTo>
                      <a:pt x="10160" y="1092200"/>
                      <a:pt x="17780" y="1076960"/>
                      <a:pt x="30480" y="1066800"/>
                    </a:cubicBezTo>
                    <a:cubicBezTo>
                      <a:pt x="43785" y="1056156"/>
                      <a:pt x="61305" y="1052215"/>
                      <a:pt x="76200" y="1043940"/>
                    </a:cubicBezTo>
                    <a:cubicBezTo>
                      <a:pt x="84206" y="1039492"/>
                      <a:pt x="90869" y="1032796"/>
                      <a:pt x="99060" y="1028700"/>
                    </a:cubicBezTo>
                    <a:cubicBezTo>
                      <a:pt x="106244" y="1025108"/>
                      <a:pt x="114736" y="1024672"/>
                      <a:pt x="121920" y="1021080"/>
                    </a:cubicBezTo>
                    <a:cubicBezTo>
                      <a:pt x="181006" y="991537"/>
                      <a:pt x="110181" y="1017373"/>
                      <a:pt x="167640" y="998220"/>
                    </a:cubicBezTo>
                    <a:cubicBezTo>
                      <a:pt x="211316" y="932706"/>
                      <a:pt x="153160" y="1009804"/>
                      <a:pt x="205740" y="967740"/>
                    </a:cubicBezTo>
                    <a:cubicBezTo>
                      <a:pt x="212891" y="962019"/>
                      <a:pt x="215900" y="952500"/>
                      <a:pt x="220980" y="944880"/>
                    </a:cubicBezTo>
                    <a:cubicBezTo>
                      <a:pt x="223520" y="932180"/>
                      <a:pt x="222808" y="918364"/>
                      <a:pt x="228600" y="906780"/>
                    </a:cubicBezTo>
                    <a:cubicBezTo>
                      <a:pt x="235934" y="892112"/>
                      <a:pt x="261192" y="877432"/>
                      <a:pt x="274320" y="868680"/>
                    </a:cubicBezTo>
                    <a:cubicBezTo>
                      <a:pt x="279400" y="861060"/>
                      <a:pt x="285464" y="854011"/>
                      <a:pt x="289560" y="845820"/>
                    </a:cubicBezTo>
                    <a:cubicBezTo>
                      <a:pt x="295677" y="833586"/>
                      <a:pt x="297551" y="819319"/>
                      <a:pt x="304800" y="807720"/>
                    </a:cubicBezTo>
                    <a:cubicBezTo>
                      <a:pt x="319319" y="784490"/>
                      <a:pt x="331286" y="785649"/>
                      <a:pt x="350520" y="769620"/>
                    </a:cubicBezTo>
                    <a:cubicBezTo>
                      <a:pt x="358799" y="762721"/>
                      <a:pt x="364611" y="753024"/>
                      <a:pt x="373380" y="746760"/>
                    </a:cubicBezTo>
                    <a:cubicBezTo>
                      <a:pt x="389858" y="734990"/>
                      <a:pt x="408065" y="730118"/>
                      <a:pt x="426720" y="723900"/>
                    </a:cubicBezTo>
                    <a:cubicBezTo>
                      <a:pt x="434340" y="713740"/>
                      <a:pt x="442198" y="703754"/>
                      <a:pt x="449580" y="693420"/>
                    </a:cubicBezTo>
                    <a:cubicBezTo>
                      <a:pt x="454903" y="685968"/>
                      <a:pt x="457785" y="676423"/>
                      <a:pt x="464820" y="670560"/>
                    </a:cubicBezTo>
                    <a:cubicBezTo>
                      <a:pt x="473546" y="663288"/>
                      <a:pt x="485437" y="660956"/>
                      <a:pt x="495300" y="655320"/>
                    </a:cubicBezTo>
                    <a:cubicBezTo>
                      <a:pt x="503251" y="650776"/>
                      <a:pt x="509791" y="643799"/>
                      <a:pt x="518160" y="640080"/>
                    </a:cubicBezTo>
                    <a:cubicBezTo>
                      <a:pt x="599772" y="603808"/>
                      <a:pt x="535005" y="644090"/>
                      <a:pt x="586740" y="609600"/>
                    </a:cubicBezTo>
                    <a:cubicBezTo>
                      <a:pt x="665480" y="614680"/>
                      <a:pt x="749700" y="595536"/>
                      <a:pt x="822960" y="624840"/>
                    </a:cubicBezTo>
                    <a:cubicBezTo>
                      <a:pt x="870784" y="643969"/>
                      <a:pt x="847790" y="636763"/>
                      <a:pt x="891540" y="647700"/>
                    </a:cubicBezTo>
                    <a:cubicBezTo>
                      <a:pt x="915559" y="641695"/>
                      <a:pt x="923016" y="640659"/>
                      <a:pt x="944880" y="632460"/>
                    </a:cubicBezTo>
                    <a:cubicBezTo>
                      <a:pt x="957687" y="627657"/>
                      <a:pt x="969453" y="619249"/>
                      <a:pt x="982980" y="617220"/>
                    </a:cubicBezTo>
                    <a:cubicBezTo>
                      <a:pt x="1020742" y="611556"/>
                      <a:pt x="1059121" y="610988"/>
                      <a:pt x="1097280" y="609600"/>
                    </a:cubicBezTo>
                    <a:cubicBezTo>
                      <a:pt x="1198845" y="605907"/>
                      <a:pt x="1300480" y="604520"/>
                      <a:pt x="1402080" y="601980"/>
                    </a:cubicBezTo>
                    <a:cubicBezTo>
                      <a:pt x="1399540" y="563880"/>
                      <a:pt x="1398677" y="525631"/>
                      <a:pt x="1394460" y="487680"/>
                    </a:cubicBezTo>
                    <a:cubicBezTo>
                      <a:pt x="1393573" y="479697"/>
                      <a:pt x="1386840" y="472852"/>
                      <a:pt x="1386840" y="464820"/>
                    </a:cubicBezTo>
                    <a:cubicBezTo>
                      <a:pt x="1386840" y="439293"/>
                      <a:pt x="1388720" y="413493"/>
                      <a:pt x="1394460" y="388620"/>
                    </a:cubicBezTo>
                    <a:cubicBezTo>
                      <a:pt x="1396519" y="379696"/>
                      <a:pt x="1403224" y="372236"/>
                      <a:pt x="1409700" y="365760"/>
                    </a:cubicBezTo>
                    <a:cubicBezTo>
                      <a:pt x="1424229" y="351231"/>
                      <a:pt x="1461932" y="336538"/>
                      <a:pt x="1478280" y="335280"/>
                    </a:cubicBezTo>
                    <a:cubicBezTo>
                      <a:pt x="1511300" y="332740"/>
                      <a:pt x="1544260" y="329235"/>
                      <a:pt x="1577340" y="327660"/>
                    </a:cubicBezTo>
                    <a:cubicBezTo>
                      <a:pt x="1650960" y="324154"/>
                      <a:pt x="1724660" y="322580"/>
                      <a:pt x="1798320" y="320040"/>
                    </a:cubicBezTo>
                    <a:cubicBezTo>
                      <a:pt x="1803400" y="312420"/>
                      <a:pt x="1805794" y="302034"/>
                      <a:pt x="1813560" y="297180"/>
                    </a:cubicBezTo>
                    <a:cubicBezTo>
                      <a:pt x="1838354" y="281684"/>
                      <a:pt x="1885823" y="278148"/>
                      <a:pt x="1912620" y="274320"/>
                    </a:cubicBezTo>
                    <a:cubicBezTo>
                      <a:pt x="1920240" y="271780"/>
                      <a:pt x="1927688" y="268648"/>
                      <a:pt x="1935480" y="266700"/>
                    </a:cubicBezTo>
                    <a:cubicBezTo>
                      <a:pt x="1948045" y="263559"/>
                      <a:pt x="1961789" y="264439"/>
                      <a:pt x="1973580" y="259080"/>
                    </a:cubicBezTo>
                    <a:cubicBezTo>
                      <a:pt x="1990254" y="251501"/>
                      <a:pt x="2001924" y="234392"/>
                      <a:pt x="2019300" y="228600"/>
                    </a:cubicBezTo>
                    <a:cubicBezTo>
                      <a:pt x="2052936" y="217388"/>
                      <a:pt x="2034976" y="224572"/>
                      <a:pt x="2072640" y="205740"/>
                    </a:cubicBezTo>
                    <a:cubicBezTo>
                      <a:pt x="2077720" y="198120"/>
                      <a:pt x="2083784" y="191071"/>
                      <a:pt x="2087880" y="182880"/>
                    </a:cubicBezTo>
                    <a:cubicBezTo>
                      <a:pt x="2091472" y="175696"/>
                      <a:pt x="2091045" y="166703"/>
                      <a:pt x="2095500" y="160020"/>
                    </a:cubicBezTo>
                    <a:cubicBezTo>
                      <a:pt x="2101478" y="151054"/>
                      <a:pt x="2111461" y="145439"/>
                      <a:pt x="2118360" y="137160"/>
                    </a:cubicBezTo>
                    <a:cubicBezTo>
                      <a:pt x="2124223" y="130125"/>
                      <a:pt x="2126708" y="120331"/>
                      <a:pt x="2133600" y="114300"/>
                    </a:cubicBezTo>
                    <a:cubicBezTo>
                      <a:pt x="2147384" y="102239"/>
                      <a:pt x="2164080" y="93980"/>
                      <a:pt x="2179320" y="83820"/>
                    </a:cubicBezTo>
                    <a:cubicBezTo>
                      <a:pt x="2186940" y="78740"/>
                      <a:pt x="2195704" y="75056"/>
                      <a:pt x="2202180" y="68580"/>
                    </a:cubicBezTo>
                    <a:cubicBezTo>
                      <a:pt x="2209800" y="60960"/>
                      <a:pt x="2216180" y="51854"/>
                      <a:pt x="2225040" y="45720"/>
                    </a:cubicBezTo>
                    <a:cubicBezTo>
                      <a:pt x="2249394" y="28859"/>
                      <a:pt x="2301240" y="0"/>
                      <a:pt x="2301240" y="0"/>
                    </a:cubicBezTo>
                    <a:cubicBezTo>
                      <a:pt x="2324100" y="2540"/>
                      <a:pt x="2348000" y="347"/>
                      <a:pt x="2369820" y="7620"/>
                    </a:cubicBezTo>
                    <a:cubicBezTo>
                      <a:pt x="2402567" y="18536"/>
                      <a:pt x="2387654" y="38830"/>
                      <a:pt x="2400300" y="60960"/>
                    </a:cubicBezTo>
                    <a:cubicBezTo>
                      <a:pt x="2405647" y="70316"/>
                      <a:pt x="2415540" y="76200"/>
                      <a:pt x="2423160" y="83820"/>
                    </a:cubicBezTo>
                    <a:cubicBezTo>
                      <a:pt x="2425700" y="109220"/>
                      <a:pt x="2426344" y="134882"/>
                      <a:pt x="2430780" y="160020"/>
                    </a:cubicBezTo>
                    <a:cubicBezTo>
                      <a:pt x="2433994" y="178230"/>
                      <a:pt x="2441862" y="195342"/>
                      <a:pt x="2446020" y="213360"/>
                    </a:cubicBezTo>
                    <a:cubicBezTo>
                      <a:pt x="2449494" y="228415"/>
                      <a:pt x="2451100" y="243840"/>
                      <a:pt x="2453640" y="259080"/>
                    </a:cubicBezTo>
                    <a:cubicBezTo>
                      <a:pt x="2459192" y="347915"/>
                      <a:pt x="2452084" y="352694"/>
                      <a:pt x="2468880" y="411480"/>
                    </a:cubicBezTo>
                    <a:cubicBezTo>
                      <a:pt x="2471087" y="419203"/>
                      <a:pt x="2472908" y="427156"/>
                      <a:pt x="2476500" y="434340"/>
                    </a:cubicBezTo>
                    <a:cubicBezTo>
                      <a:pt x="2480596" y="442531"/>
                      <a:pt x="2484589" y="451479"/>
                      <a:pt x="2491740" y="457200"/>
                    </a:cubicBezTo>
                    <a:cubicBezTo>
                      <a:pt x="2498012" y="462218"/>
                      <a:pt x="2506980" y="462280"/>
                      <a:pt x="2514600" y="464820"/>
                    </a:cubicBezTo>
                    <a:cubicBezTo>
                      <a:pt x="2522220" y="457200"/>
                      <a:pt x="2528691" y="448224"/>
                      <a:pt x="2537460" y="441960"/>
                    </a:cubicBezTo>
                    <a:cubicBezTo>
                      <a:pt x="2546703" y="435358"/>
                      <a:pt x="2557304" y="430708"/>
                      <a:pt x="2567940" y="426720"/>
                    </a:cubicBezTo>
                    <a:cubicBezTo>
                      <a:pt x="2587472" y="419396"/>
                      <a:pt x="2602858" y="420691"/>
                      <a:pt x="2621280" y="411480"/>
                    </a:cubicBezTo>
                    <a:cubicBezTo>
                      <a:pt x="2629471" y="407384"/>
                      <a:pt x="2636520" y="401320"/>
                      <a:pt x="2644140" y="396240"/>
                    </a:cubicBezTo>
                    <a:cubicBezTo>
                      <a:pt x="2667515" y="361178"/>
                      <a:pt x="2648914" y="380888"/>
                      <a:pt x="2689860" y="358140"/>
                    </a:cubicBezTo>
                    <a:cubicBezTo>
                      <a:pt x="2702807" y="350947"/>
                      <a:pt x="2714713" y="341904"/>
                      <a:pt x="2727960" y="335280"/>
                    </a:cubicBezTo>
                    <a:cubicBezTo>
                      <a:pt x="2746719" y="325901"/>
                      <a:pt x="2778980" y="322967"/>
                      <a:pt x="2796540" y="320040"/>
                    </a:cubicBezTo>
                    <a:cubicBezTo>
                      <a:pt x="2801620" y="312420"/>
                      <a:pt x="2807684" y="305371"/>
                      <a:pt x="2811780" y="297180"/>
                    </a:cubicBezTo>
                    <a:cubicBezTo>
                      <a:pt x="2815372" y="289996"/>
                      <a:pt x="2814382" y="280592"/>
                      <a:pt x="2819400" y="274320"/>
                    </a:cubicBezTo>
                    <a:cubicBezTo>
                      <a:pt x="2825121" y="267169"/>
                      <a:pt x="2834640" y="264160"/>
                      <a:pt x="2842260" y="259080"/>
                    </a:cubicBezTo>
                    <a:cubicBezTo>
                      <a:pt x="2844800" y="251460"/>
                      <a:pt x="2842906" y="240205"/>
                      <a:pt x="2849880" y="236220"/>
                    </a:cubicBezTo>
                    <a:cubicBezTo>
                      <a:pt x="2863295" y="228555"/>
                      <a:pt x="2895600" y="228600"/>
                      <a:pt x="2895600" y="2286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56" name="图片 555"/>
              <p:cNvPicPr>
                <a:picLocks noChangeAspect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14930" y="2618121"/>
                <a:ext cx="312069" cy="449113"/>
              </a:xfrm>
              <a:prstGeom prst="rect">
                <a:avLst/>
              </a:prstGeom>
            </p:spPr>
          </p:pic>
          <p:pic>
            <p:nvPicPr>
              <p:cNvPr id="557" name="图片 556"/>
              <p:cNvPicPr>
                <a:picLocks noChangeAspect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1431" y="3294777"/>
                <a:ext cx="312069" cy="449113"/>
              </a:xfrm>
              <a:prstGeom prst="rect">
                <a:avLst/>
              </a:prstGeom>
            </p:spPr>
          </p:pic>
          <p:pic>
            <p:nvPicPr>
              <p:cNvPr id="558" name="图片 557"/>
              <p:cNvPicPr>
                <a:picLocks noChangeAspect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62196" y="3637489"/>
                <a:ext cx="312069" cy="449113"/>
              </a:xfrm>
              <a:prstGeom prst="rect">
                <a:avLst/>
              </a:prstGeom>
            </p:spPr>
          </p:pic>
          <p:pic>
            <p:nvPicPr>
              <p:cNvPr id="559" name="图片 558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82047" y="2835601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0" name="图片 559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2810" y="290174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1" name="图片 560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27635" y="2988899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2" name="图片 561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71430" y="3070833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3" name="图片 562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9673" y="3146021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4" name="图片 563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5877" y="3307729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5" name="图片 564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95927" y="3379554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6" name="图片 565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84705" y="347508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7" name="图片 566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35408" y="3520204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8" name="图片 567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0998" y="354709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69" name="图片 568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57230" y="3556589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0" name="图片 569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22779" y="3556589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1" name="图片 570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3263" y="3556890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2" name="图片 571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5614" y="3552306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3" name="图片 572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26926" y="3550421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4" name="图片 573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07261" y="3542159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5" name="图片 574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88723" y="354669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6" name="图片 575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0185" y="3556589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7" name="图片 576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45497" y="3572163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8" name="图片 577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33758" y="3679436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79" name="图片 578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37639" y="3762244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0" name="图片 579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31831" y="3848145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1" name="图片 580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05287" y="3878292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2" name="图片 581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80644" y="3891783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3" name="图片 582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9741" y="3908641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4" name="图片 583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2918" y="3984799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5" name="图片 584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66184" y="404229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6" name="图片 585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80323" y="404229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7" name="图片 586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51853" y="404229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8" name="图片 587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23246" y="402984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89" name="图片 588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03620" y="402666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90" name="图片 589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91251" y="4017892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91" name="图片 590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8605" y="4017892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92" name="图片 591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65013" y="4018319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93" name="图片 592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44785" y="4022217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94" name="图片 593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23696" y="4005600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95" name="图片 594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09400" y="4005600"/>
                <a:ext cx="134908" cy="194152"/>
              </a:xfrm>
              <a:prstGeom prst="rect">
                <a:avLst/>
              </a:prstGeom>
            </p:spPr>
          </p:pic>
          <p:pic>
            <p:nvPicPr>
              <p:cNvPr id="596" name="图片 595"/>
              <p:cNvPicPr>
                <a:picLocks noChangeAspect="1"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5386" y="3957799"/>
                <a:ext cx="134908" cy="194152"/>
              </a:xfrm>
              <a:prstGeom prst="rect">
                <a:avLst/>
              </a:prstGeom>
            </p:spPr>
          </p:pic>
          <p:sp>
            <p:nvSpPr>
              <p:cNvPr id="597" name="任意多边形 596"/>
              <p:cNvSpPr/>
              <p:nvPr/>
            </p:nvSpPr>
            <p:spPr>
              <a:xfrm>
                <a:off x="7894320" y="2974848"/>
                <a:ext cx="1847416" cy="1243584"/>
              </a:xfrm>
              <a:custGeom>
                <a:avLst/>
                <a:gdLst>
                  <a:gd name="connsiteX0" fmla="*/ 79248 w 1847416"/>
                  <a:gd name="connsiteY0" fmla="*/ 6096 h 1243584"/>
                  <a:gd name="connsiteX1" fmla="*/ 109728 w 1847416"/>
                  <a:gd name="connsiteY1" fmla="*/ 0 h 1243584"/>
                  <a:gd name="connsiteX2" fmla="*/ 152400 w 1847416"/>
                  <a:gd name="connsiteY2" fmla="*/ 12192 h 1243584"/>
                  <a:gd name="connsiteX3" fmla="*/ 152400 w 1847416"/>
                  <a:gd name="connsiteY3" fmla="*/ 213360 h 1243584"/>
                  <a:gd name="connsiteX4" fmla="*/ 140208 w 1847416"/>
                  <a:gd name="connsiteY4" fmla="*/ 249936 h 1243584"/>
                  <a:gd name="connsiteX5" fmla="*/ 134112 w 1847416"/>
                  <a:gd name="connsiteY5" fmla="*/ 274320 h 1243584"/>
                  <a:gd name="connsiteX6" fmla="*/ 103632 w 1847416"/>
                  <a:gd name="connsiteY6" fmla="*/ 310896 h 1243584"/>
                  <a:gd name="connsiteX7" fmla="*/ 91440 w 1847416"/>
                  <a:gd name="connsiteY7" fmla="*/ 365760 h 1243584"/>
                  <a:gd name="connsiteX8" fmla="*/ 79248 w 1847416"/>
                  <a:gd name="connsiteY8" fmla="*/ 402336 h 1243584"/>
                  <a:gd name="connsiteX9" fmla="*/ 73152 w 1847416"/>
                  <a:gd name="connsiteY9" fmla="*/ 438912 h 1243584"/>
                  <a:gd name="connsiteX10" fmla="*/ 67056 w 1847416"/>
                  <a:gd name="connsiteY10" fmla="*/ 481584 h 1243584"/>
                  <a:gd name="connsiteX11" fmla="*/ 60960 w 1847416"/>
                  <a:gd name="connsiteY11" fmla="*/ 499872 h 1243584"/>
                  <a:gd name="connsiteX12" fmla="*/ 54864 w 1847416"/>
                  <a:gd name="connsiteY12" fmla="*/ 536448 h 1243584"/>
                  <a:gd name="connsiteX13" fmla="*/ 42672 w 1847416"/>
                  <a:gd name="connsiteY13" fmla="*/ 585216 h 1243584"/>
                  <a:gd name="connsiteX14" fmla="*/ 24384 w 1847416"/>
                  <a:gd name="connsiteY14" fmla="*/ 621792 h 1243584"/>
                  <a:gd name="connsiteX15" fmla="*/ 12192 w 1847416"/>
                  <a:gd name="connsiteY15" fmla="*/ 640080 h 1243584"/>
                  <a:gd name="connsiteX16" fmla="*/ 0 w 1847416"/>
                  <a:gd name="connsiteY16" fmla="*/ 676656 h 1243584"/>
                  <a:gd name="connsiteX17" fmla="*/ 24384 w 1847416"/>
                  <a:gd name="connsiteY17" fmla="*/ 725424 h 1243584"/>
                  <a:gd name="connsiteX18" fmla="*/ 67056 w 1847416"/>
                  <a:gd name="connsiteY18" fmla="*/ 737616 h 1243584"/>
                  <a:gd name="connsiteX19" fmla="*/ 85344 w 1847416"/>
                  <a:gd name="connsiteY19" fmla="*/ 743712 h 1243584"/>
                  <a:gd name="connsiteX20" fmla="*/ 195072 w 1847416"/>
                  <a:gd name="connsiteY20" fmla="*/ 755904 h 1243584"/>
                  <a:gd name="connsiteX21" fmla="*/ 414528 w 1847416"/>
                  <a:gd name="connsiteY21" fmla="*/ 762000 h 1243584"/>
                  <a:gd name="connsiteX22" fmla="*/ 493776 w 1847416"/>
                  <a:gd name="connsiteY22" fmla="*/ 743712 h 1243584"/>
                  <a:gd name="connsiteX23" fmla="*/ 633984 w 1847416"/>
                  <a:gd name="connsiteY23" fmla="*/ 749808 h 1243584"/>
                  <a:gd name="connsiteX24" fmla="*/ 652272 w 1847416"/>
                  <a:gd name="connsiteY24" fmla="*/ 786384 h 1243584"/>
                  <a:gd name="connsiteX25" fmla="*/ 676656 w 1847416"/>
                  <a:gd name="connsiteY25" fmla="*/ 822960 h 1243584"/>
                  <a:gd name="connsiteX26" fmla="*/ 688848 w 1847416"/>
                  <a:gd name="connsiteY26" fmla="*/ 841248 h 1243584"/>
                  <a:gd name="connsiteX27" fmla="*/ 694944 w 1847416"/>
                  <a:gd name="connsiteY27" fmla="*/ 877824 h 1243584"/>
                  <a:gd name="connsiteX28" fmla="*/ 707136 w 1847416"/>
                  <a:gd name="connsiteY28" fmla="*/ 896112 h 1243584"/>
                  <a:gd name="connsiteX29" fmla="*/ 713232 w 1847416"/>
                  <a:gd name="connsiteY29" fmla="*/ 914400 h 1243584"/>
                  <a:gd name="connsiteX30" fmla="*/ 719328 w 1847416"/>
                  <a:gd name="connsiteY30" fmla="*/ 938784 h 1243584"/>
                  <a:gd name="connsiteX31" fmla="*/ 737616 w 1847416"/>
                  <a:gd name="connsiteY31" fmla="*/ 993648 h 1243584"/>
                  <a:gd name="connsiteX32" fmla="*/ 743712 w 1847416"/>
                  <a:gd name="connsiteY32" fmla="*/ 1011936 h 1243584"/>
                  <a:gd name="connsiteX33" fmla="*/ 749808 w 1847416"/>
                  <a:gd name="connsiteY33" fmla="*/ 1030224 h 1243584"/>
                  <a:gd name="connsiteX34" fmla="*/ 768096 w 1847416"/>
                  <a:gd name="connsiteY34" fmla="*/ 1048512 h 1243584"/>
                  <a:gd name="connsiteX35" fmla="*/ 786384 w 1847416"/>
                  <a:gd name="connsiteY35" fmla="*/ 1060704 h 1243584"/>
                  <a:gd name="connsiteX36" fmla="*/ 829056 w 1847416"/>
                  <a:gd name="connsiteY36" fmla="*/ 1072896 h 1243584"/>
                  <a:gd name="connsiteX37" fmla="*/ 883920 w 1847416"/>
                  <a:gd name="connsiteY37" fmla="*/ 1097280 h 1243584"/>
                  <a:gd name="connsiteX38" fmla="*/ 902208 w 1847416"/>
                  <a:gd name="connsiteY38" fmla="*/ 1103376 h 1243584"/>
                  <a:gd name="connsiteX39" fmla="*/ 938784 w 1847416"/>
                  <a:gd name="connsiteY39" fmla="*/ 1127760 h 1243584"/>
                  <a:gd name="connsiteX40" fmla="*/ 944880 w 1847416"/>
                  <a:gd name="connsiteY40" fmla="*/ 1207008 h 1243584"/>
                  <a:gd name="connsiteX41" fmla="*/ 981456 w 1847416"/>
                  <a:gd name="connsiteY41" fmla="*/ 1225296 h 1243584"/>
                  <a:gd name="connsiteX42" fmla="*/ 1072896 w 1847416"/>
                  <a:gd name="connsiteY42" fmla="*/ 1243584 h 1243584"/>
                  <a:gd name="connsiteX43" fmla="*/ 1213104 w 1847416"/>
                  <a:gd name="connsiteY43" fmla="*/ 1237488 h 1243584"/>
                  <a:gd name="connsiteX44" fmla="*/ 1231392 w 1847416"/>
                  <a:gd name="connsiteY44" fmla="*/ 1231392 h 1243584"/>
                  <a:gd name="connsiteX45" fmla="*/ 1255776 w 1847416"/>
                  <a:gd name="connsiteY45" fmla="*/ 1225296 h 1243584"/>
                  <a:gd name="connsiteX46" fmla="*/ 1274064 w 1847416"/>
                  <a:gd name="connsiteY46" fmla="*/ 1219200 h 1243584"/>
                  <a:gd name="connsiteX47" fmla="*/ 1658112 w 1847416"/>
                  <a:gd name="connsiteY47" fmla="*/ 1213104 h 1243584"/>
                  <a:gd name="connsiteX48" fmla="*/ 1712976 w 1847416"/>
                  <a:gd name="connsiteY48" fmla="*/ 1207008 h 1243584"/>
                  <a:gd name="connsiteX49" fmla="*/ 1749552 w 1847416"/>
                  <a:gd name="connsiteY49" fmla="*/ 1194816 h 1243584"/>
                  <a:gd name="connsiteX50" fmla="*/ 1767840 w 1847416"/>
                  <a:gd name="connsiteY50" fmla="*/ 1188720 h 1243584"/>
                  <a:gd name="connsiteX51" fmla="*/ 1798320 w 1847416"/>
                  <a:gd name="connsiteY51" fmla="*/ 1182624 h 1243584"/>
                  <a:gd name="connsiteX52" fmla="*/ 1816608 w 1847416"/>
                  <a:gd name="connsiteY52" fmla="*/ 1127760 h 1243584"/>
                  <a:gd name="connsiteX53" fmla="*/ 1840992 w 1847416"/>
                  <a:gd name="connsiteY53" fmla="*/ 1072896 h 1243584"/>
                  <a:gd name="connsiteX54" fmla="*/ 1847088 w 1847416"/>
                  <a:gd name="connsiteY54" fmla="*/ 1018032 h 1243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1847416" h="1243584">
                    <a:moveTo>
                      <a:pt x="79248" y="6096"/>
                    </a:moveTo>
                    <a:cubicBezTo>
                      <a:pt x="89408" y="4064"/>
                      <a:pt x="99367" y="0"/>
                      <a:pt x="109728" y="0"/>
                    </a:cubicBezTo>
                    <a:cubicBezTo>
                      <a:pt x="117382" y="0"/>
                      <a:pt x="143776" y="9317"/>
                      <a:pt x="152400" y="12192"/>
                    </a:cubicBezTo>
                    <a:cubicBezTo>
                      <a:pt x="176986" y="85951"/>
                      <a:pt x="166282" y="46774"/>
                      <a:pt x="152400" y="213360"/>
                    </a:cubicBezTo>
                    <a:cubicBezTo>
                      <a:pt x="151333" y="226167"/>
                      <a:pt x="143325" y="237468"/>
                      <a:pt x="140208" y="249936"/>
                    </a:cubicBezTo>
                    <a:cubicBezTo>
                      <a:pt x="138176" y="258064"/>
                      <a:pt x="138269" y="267046"/>
                      <a:pt x="134112" y="274320"/>
                    </a:cubicBezTo>
                    <a:cubicBezTo>
                      <a:pt x="80184" y="368693"/>
                      <a:pt x="146491" y="225177"/>
                      <a:pt x="103632" y="310896"/>
                    </a:cubicBezTo>
                    <a:cubicBezTo>
                      <a:pt x="94911" y="328337"/>
                      <a:pt x="96123" y="347029"/>
                      <a:pt x="91440" y="365760"/>
                    </a:cubicBezTo>
                    <a:cubicBezTo>
                      <a:pt x="88323" y="378228"/>
                      <a:pt x="81361" y="389659"/>
                      <a:pt x="79248" y="402336"/>
                    </a:cubicBezTo>
                    <a:cubicBezTo>
                      <a:pt x="77216" y="414528"/>
                      <a:pt x="75031" y="426696"/>
                      <a:pt x="73152" y="438912"/>
                    </a:cubicBezTo>
                    <a:cubicBezTo>
                      <a:pt x="70967" y="453113"/>
                      <a:pt x="69874" y="467495"/>
                      <a:pt x="67056" y="481584"/>
                    </a:cubicBezTo>
                    <a:cubicBezTo>
                      <a:pt x="65796" y="487885"/>
                      <a:pt x="62354" y="493599"/>
                      <a:pt x="60960" y="499872"/>
                    </a:cubicBezTo>
                    <a:cubicBezTo>
                      <a:pt x="58279" y="511938"/>
                      <a:pt x="57454" y="524362"/>
                      <a:pt x="54864" y="536448"/>
                    </a:cubicBezTo>
                    <a:cubicBezTo>
                      <a:pt x="51353" y="552832"/>
                      <a:pt x="51967" y="571274"/>
                      <a:pt x="42672" y="585216"/>
                    </a:cubicBezTo>
                    <a:cubicBezTo>
                      <a:pt x="7731" y="637627"/>
                      <a:pt x="49623" y="571315"/>
                      <a:pt x="24384" y="621792"/>
                    </a:cubicBezTo>
                    <a:cubicBezTo>
                      <a:pt x="21107" y="628345"/>
                      <a:pt x="15168" y="633385"/>
                      <a:pt x="12192" y="640080"/>
                    </a:cubicBezTo>
                    <a:cubicBezTo>
                      <a:pt x="6973" y="651824"/>
                      <a:pt x="0" y="676656"/>
                      <a:pt x="0" y="676656"/>
                    </a:cubicBezTo>
                    <a:cubicBezTo>
                      <a:pt x="3682" y="685861"/>
                      <a:pt x="13642" y="716830"/>
                      <a:pt x="24384" y="725424"/>
                    </a:cubicBezTo>
                    <a:cubicBezTo>
                      <a:pt x="28444" y="728672"/>
                      <a:pt x="65352" y="737129"/>
                      <a:pt x="67056" y="737616"/>
                    </a:cubicBezTo>
                    <a:cubicBezTo>
                      <a:pt x="73235" y="739381"/>
                      <a:pt x="79043" y="742452"/>
                      <a:pt x="85344" y="743712"/>
                    </a:cubicBezTo>
                    <a:cubicBezTo>
                      <a:pt x="116244" y="749892"/>
                      <a:pt x="166801" y="753334"/>
                      <a:pt x="195072" y="755904"/>
                    </a:cubicBezTo>
                    <a:cubicBezTo>
                      <a:pt x="275638" y="796187"/>
                      <a:pt x="224728" y="775557"/>
                      <a:pt x="414528" y="762000"/>
                    </a:cubicBezTo>
                    <a:cubicBezTo>
                      <a:pt x="448770" y="759554"/>
                      <a:pt x="466068" y="752948"/>
                      <a:pt x="493776" y="743712"/>
                    </a:cubicBezTo>
                    <a:cubicBezTo>
                      <a:pt x="540512" y="745744"/>
                      <a:pt x="587791" y="742417"/>
                      <a:pt x="633984" y="749808"/>
                    </a:cubicBezTo>
                    <a:cubicBezTo>
                      <a:pt x="643885" y="751392"/>
                      <a:pt x="648995" y="780485"/>
                      <a:pt x="652272" y="786384"/>
                    </a:cubicBezTo>
                    <a:cubicBezTo>
                      <a:pt x="659388" y="799193"/>
                      <a:pt x="668528" y="810768"/>
                      <a:pt x="676656" y="822960"/>
                    </a:cubicBezTo>
                    <a:lnTo>
                      <a:pt x="688848" y="841248"/>
                    </a:lnTo>
                    <a:cubicBezTo>
                      <a:pt x="690880" y="853440"/>
                      <a:pt x="691035" y="866098"/>
                      <a:pt x="694944" y="877824"/>
                    </a:cubicBezTo>
                    <a:cubicBezTo>
                      <a:pt x="697261" y="884775"/>
                      <a:pt x="703859" y="889559"/>
                      <a:pt x="707136" y="896112"/>
                    </a:cubicBezTo>
                    <a:cubicBezTo>
                      <a:pt x="710010" y="901859"/>
                      <a:pt x="711467" y="908221"/>
                      <a:pt x="713232" y="914400"/>
                    </a:cubicBezTo>
                    <a:cubicBezTo>
                      <a:pt x="715534" y="922456"/>
                      <a:pt x="716921" y="930759"/>
                      <a:pt x="719328" y="938784"/>
                    </a:cubicBezTo>
                    <a:cubicBezTo>
                      <a:pt x="724867" y="957248"/>
                      <a:pt x="731520" y="975360"/>
                      <a:pt x="737616" y="993648"/>
                    </a:cubicBezTo>
                    <a:lnTo>
                      <a:pt x="743712" y="1011936"/>
                    </a:lnTo>
                    <a:cubicBezTo>
                      <a:pt x="745744" y="1018032"/>
                      <a:pt x="745264" y="1025680"/>
                      <a:pt x="749808" y="1030224"/>
                    </a:cubicBezTo>
                    <a:cubicBezTo>
                      <a:pt x="755904" y="1036320"/>
                      <a:pt x="761473" y="1042993"/>
                      <a:pt x="768096" y="1048512"/>
                    </a:cubicBezTo>
                    <a:cubicBezTo>
                      <a:pt x="773724" y="1053202"/>
                      <a:pt x="779650" y="1057818"/>
                      <a:pt x="786384" y="1060704"/>
                    </a:cubicBezTo>
                    <a:cubicBezTo>
                      <a:pt x="813728" y="1072423"/>
                      <a:pt x="805330" y="1061033"/>
                      <a:pt x="829056" y="1072896"/>
                    </a:cubicBezTo>
                    <a:cubicBezTo>
                      <a:pt x="887018" y="1101877"/>
                      <a:pt x="789557" y="1065826"/>
                      <a:pt x="883920" y="1097280"/>
                    </a:cubicBezTo>
                    <a:cubicBezTo>
                      <a:pt x="890016" y="1099312"/>
                      <a:pt x="896861" y="1099812"/>
                      <a:pt x="902208" y="1103376"/>
                    </a:cubicBezTo>
                    <a:lnTo>
                      <a:pt x="938784" y="1127760"/>
                    </a:lnTo>
                    <a:cubicBezTo>
                      <a:pt x="940816" y="1154176"/>
                      <a:pt x="938053" y="1181409"/>
                      <a:pt x="944880" y="1207008"/>
                    </a:cubicBezTo>
                    <a:cubicBezTo>
                      <a:pt x="947083" y="1215271"/>
                      <a:pt x="975014" y="1223455"/>
                      <a:pt x="981456" y="1225296"/>
                    </a:cubicBezTo>
                    <a:cubicBezTo>
                      <a:pt x="1011391" y="1233849"/>
                      <a:pt x="1042253" y="1238477"/>
                      <a:pt x="1072896" y="1243584"/>
                    </a:cubicBezTo>
                    <a:cubicBezTo>
                      <a:pt x="1119632" y="1241552"/>
                      <a:pt x="1166462" y="1241076"/>
                      <a:pt x="1213104" y="1237488"/>
                    </a:cubicBezTo>
                    <a:cubicBezTo>
                      <a:pt x="1219511" y="1236995"/>
                      <a:pt x="1225213" y="1233157"/>
                      <a:pt x="1231392" y="1231392"/>
                    </a:cubicBezTo>
                    <a:cubicBezTo>
                      <a:pt x="1239448" y="1229090"/>
                      <a:pt x="1247720" y="1227598"/>
                      <a:pt x="1255776" y="1225296"/>
                    </a:cubicBezTo>
                    <a:cubicBezTo>
                      <a:pt x="1261955" y="1223531"/>
                      <a:pt x="1267641" y="1219395"/>
                      <a:pt x="1274064" y="1219200"/>
                    </a:cubicBezTo>
                    <a:cubicBezTo>
                      <a:pt x="1402037" y="1215322"/>
                      <a:pt x="1530096" y="1215136"/>
                      <a:pt x="1658112" y="1213104"/>
                    </a:cubicBezTo>
                    <a:cubicBezTo>
                      <a:pt x="1676400" y="1211072"/>
                      <a:pt x="1694933" y="1210617"/>
                      <a:pt x="1712976" y="1207008"/>
                    </a:cubicBezTo>
                    <a:cubicBezTo>
                      <a:pt x="1725578" y="1204488"/>
                      <a:pt x="1737360" y="1198880"/>
                      <a:pt x="1749552" y="1194816"/>
                    </a:cubicBezTo>
                    <a:cubicBezTo>
                      <a:pt x="1755648" y="1192784"/>
                      <a:pt x="1761539" y="1189980"/>
                      <a:pt x="1767840" y="1188720"/>
                    </a:cubicBezTo>
                    <a:lnTo>
                      <a:pt x="1798320" y="1182624"/>
                    </a:lnTo>
                    <a:cubicBezTo>
                      <a:pt x="1820830" y="1148859"/>
                      <a:pt x="1803467" y="1180323"/>
                      <a:pt x="1816608" y="1127760"/>
                    </a:cubicBezTo>
                    <a:cubicBezTo>
                      <a:pt x="1825313" y="1092939"/>
                      <a:pt x="1824980" y="1096914"/>
                      <a:pt x="1840992" y="1072896"/>
                    </a:cubicBezTo>
                    <a:cubicBezTo>
                      <a:pt x="1849552" y="1038655"/>
                      <a:pt x="1847088" y="1056890"/>
                      <a:pt x="1847088" y="1018032"/>
                    </a:cubicBezTo>
                  </a:path>
                </a:pathLst>
              </a:custGeom>
              <a:noFill/>
              <a:ln w="19050">
                <a:solidFill>
                  <a:srgbClr val="338D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8" name="文本框 597"/>
              <p:cNvSpPr txBox="1"/>
              <p:nvPr/>
            </p:nvSpPr>
            <p:spPr>
              <a:xfrm>
                <a:off x="7650978" y="1783059"/>
                <a:ext cx="3286510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86981D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000">
                    <a:solidFill>
                      <a:srgbClr val="C00000"/>
                    </a:solidFill>
                  </a:defRPr>
                </a:lvl1pPr>
              </a:lstStyle>
              <a:p>
                <a:r>
                  <a:rPr lang="en-US" altLang="zh-CN" dirty="0"/>
                  <a:t>Current dense trajectories </a:t>
                </a:r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9784013" y="2446524"/>
                  <a:ext cx="1515587" cy="5371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</m:e>
                        </m:acc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013" y="2446524"/>
                  <a:ext cx="1515587" cy="53713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7D7232E3-E531-40AA-B4DE-5403929D7B8D}"/>
              </a:ext>
            </a:extLst>
          </p:cNvPr>
          <p:cNvCxnSpPr>
            <a:cxnSpLocks/>
          </p:cNvCxnSpPr>
          <p:nvPr/>
        </p:nvCxnSpPr>
        <p:spPr>
          <a:xfrm>
            <a:off x="11287125" y="552430"/>
            <a:ext cx="20955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22B6349E-9B2B-48DB-BEDD-AF934487A1B1}"/>
              </a:ext>
            </a:extLst>
          </p:cNvPr>
          <p:cNvCxnSpPr>
            <a:cxnSpLocks/>
          </p:cNvCxnSpPr>
          <p:nvPr/>
        </p:nvCxnSpPr>
        <p:spPr>
          <a:xfrm>
            <a:off x="11377612" y="604817"/>
            <a:ext cx="11906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171953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8" grpId="0" animBg="1"/>
      <p:bldP spid="509" grpId="0" animBg="1"/>
      <p:bldP spid="510" grpId="0" animBg="1"/>
      <p:bldP spid="511" grpId="0" animBg="1"/>
      <p:bldP spid="6" grpId="0"/>
      <p:bldP spid="604" grpId="0"/>
      <p:bldP spid="605" grpId="0"/>
      <p:bldP spid="6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B3367E5-EC41-4C70-8D51-CF13E313CA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42"/>
          <a:stretch/>
        </p:blipFill>
        <p:spPr>
          <a:xfrm>
            <a:off x="20865" y="5751113"/>
            <a:ext cx="7589702" cy="53560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6D098D7-8163-49B1-90B1-B8E1D8B23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30" y="1260591"/>
            <a:ext cx="6794570" cy="4585179"/>
          </a:xfrm>
          <a:prstGeom prst="rect">
            <a:avLst/>
          </a:prstGeom>
        </p:spPr>
      </p:pic>
      <p:sp>
        <p:nvSpPr>
          <p:cNvPr id="32" name="标题 31">
            <a:extLst>
              <a:ext uri="{FF2B5EF4-FFF2-40B4-BE49-F238E27FC236}">
                <a16:creationId xmlns:a16="http://schemas.microsoft.com/office/drawing/2014/main" id="{898DB2C2-7AE1-493B-8990-34A57A0C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40" y="495734"/>
            <a:ext cx="1822935" cy="4862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af-ZA" altLang="zh-CN" dirty="0"/>
              <a:t>Solution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F2C18F-1BBC-4CC7-BEA0-527738C9AEFC}"/>
              </a:ext>
            </a:extLst>
          </p:cNvPr>
          <p:cNvSpPr/>
          <p:nvPr/>
        </p:nvSpPr>
        <p:spPr>
          <a:xfrm>
            <a:off x="887707" y="1144101"/>
            <a:ext cx="77338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>
              <a:solidFill>
                <a:srgbClr val="002060"/>
              </a:solidFill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04C2-2265-4AB9-B90C-4162FA6B94AE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B5063A1-13BC-4109-BB15-109FC901EF56}"/>
              </a:ext>
            </a:extLst>
          </p:cNvPr>
          <p:cNvCxnSpPr>
            <a:cxnSpLocks/>
          </p:cNvCxnSpPr>
          <p:nvPr/>
        </p:nvCxnSpPr>
        <p:spPr>
          <a:xfrm>
            <a:off x="11287125" y="552430"/>
            <a:ext cx="20955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9AA394A-7BBB-4F88-91CE-16B3A9A98525}"/>
              </a:ext>
            </a:extLst>
          </p:cNvPr>
          <p:cNvCxnSpPr>
            <a:cxnSpLocks/>
          </p:cNvCxnSpPr>
          <p:nvPr/>
        </p:nvCxnSpPr>
        <p:spPr>
          <a:xfrm>
            <a:off x="11377612" y="604817"/>
            <a:ext cx="11906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28348A8-31A1-477C-8E19-1E39017091B9}"/>
              </a:ext>
            </a:extLst>
          </p:cNvPr>
          <p:cNvSpPr txBox="1"/>
          <p:nvPr/>
        </p:nvSpPr>
        <p:spPr>
          <a:xfrm>
            <a:off x="7892767" y="5218212"/>
            <a:ext cx="4913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0" i="0" dirty="0">
                <a:solidFill>
                  <a:srgbClr val="31353B"/>
                </a:solidFill>
                <a:effectLst/>
                <a:latin typeface="Verdana" panose="020B0604030504040204" pitchFamily="34" charset="0"/>
                <a:hlinkClick r:id="rId5"/>
              </a:rPr>
              <a:t>https://arxiv.org/submit/3541766</a:t>
            </a:r>
            <a:endParaRPr lang="en-GB" altLang="zh-CN" dirty="0">
              <a:solidFill>
                <a:srgbClr val="31353B"/>
              </a:solidFill>
              <a:latin typeface="Verdana" panose="020B060403050404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E18FF9-5514-4FA3-9D0F-68CC7FF52F09}"/>
              </a:ext>
            </a:extLst>
          </p:cNvPr>
          <p:cNvSpPr txBox="1"/>
          <p:nvPr/>
        </p:nvSpPr>
        <p:spPr>
          <a:xfrm>
            <a:off x="7053354" y="1180127"/>
            <a:ext cx="5114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i="1" dirty="0"/>
              <a:t>Challenge1: sparsity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C00000"/>
                </a:solidFill>
              </a:rPr>
              <a:t>Intra-trajectory attention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4AE1763-0734-4376-97F0-BB0587FFEC85}"/>
              </a:ext>
            </a:extLst>
          </p:cNvPr>
          <p:cNvSpPr txBox="1"/>
          <p:nvPr/>
        </p:nvSpPr>
        <p:spPr>
          <a:xfrm>
            <a:off x="7053354" y="2131090"/>
            <a:ext cx="51143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i="1" dirty="0"/>
              <a:t>Challenge2: Noisy history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C00000"/>
                </a:solidFill>
              </a:rPr>
              <a:t>Max aggregation and attentional smoothing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03BEA37-A420-4F3F-A23D-337E9E9E85CB}"/>
              </a:ext>
            </a:extLst>
          </p:cNvPr>
          <p:cNvSpPr txBox="1"/>
          <p:nvPr/>
        </p:nvSpPr>
        <p:spPr>
          <a:xfrm>
            <a:off x="7053354" y="3455672"/>
            <a:ext cx="6276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i="1" dirty="0"/>
              <a:t>Challenge3: Varied history importance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C00000"/>
                </a:solidFill>
              </a:rPr>
              <a:t>Inter-trajectory attention</a:t>
            </a:r>
          </a:p>
        </p:txBody>
      </p:sp>
    </p:spTree>
    <p:extLst>
      <p:ext uri="{BB962C8B-B14F-4D97-AF65-F5344CB8AC3E}">
        <p14:creationId xmlns:p14="http://schemas.microsoft.com/office/powerpoint/2010/main" val="96765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31">
            <a:extLst>
              <a:ext uri="{FF2B5EF4-FFF2-40B4-BE49-F238E27FC236}">
                <a16:creationId xmlns:a16="http://schemas.microsoft.com/office/drawing/2014/main" id="{898DB2C2-7AE1-493B-8990-34A57A0C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40" y="495734"/>
            <a:ext cx="1664238" cy="4862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af-ZA" altLang="zh-CN" dirty="0"/>
              <a:t>Results</a:t>
            </a:r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B5063A1-13BC-4109-BB15-109FC901EF56}"/>
              </a:ext>
            </a:extLst>
          </p:cNvPr>
          <p:cNvCxnSpPr>
            <a:cxnSpLocks/>
          </p:cNvCxnSpPr>
          <p:nvPr/>
        </p:nvCxnSpPr>
        <p:spPr>
          <a:xfrm>
            <a:off x="11287125" y="552430"/>
            <a:ext cx="20955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9AA394A-7BBB-4F88-91CE-16B3A9A98525}"/>
              </a:ext>
            </a:extLst>
          </p:cNvPr>
          <p:cNvCxnSpPr>
            <a:cxnSpLocks/>
          </p:cNvCxnSpPr>
          <p:nvPr/>
        </p:nvCxnSpPr>
        <p:spPr>
          <a:xfrm>
            <a:off x="11377612" y="604817"/>
            <a:ext cx="11906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F3E93C54-38FF-48F0-982A-C9AD12D52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5" y="1314654"/>
            <a:ext cx="7444223" cy="478091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817B9C7-57C2-4E7C-B7EB-3F7E2E4CCC30}"/>
              </a:ext>
            </a:extLst>
          </p:cNvPr>
          <p:cNvSpPr txBox="1"/>
          <p:nvPr/>
        </p:nvSpPr>
        <p:spPr>
          <a:xfrm>
            <a:off x="7905338" y="2344094"/>
            <a:ext cx="4172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i="1" dirty="0">
                <a:solidFill>
                  <a:srgbClr val="C00000"/>
                </a:solidFill>
              </a:rPr>
              <a:t> 4.0%~7.6% performance gain compare to SOTA</a:t>
            </a:r>
            <a:endParaRPr lang="zh-CN" altLang="en-US" sz="2400" i="1" dirty="0">
              <a:solidFill>
                <a:srgbClr val="C0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1AD9AAF-9A0C-4AC9-B3D7-98C6A488F187}"/>
              </a:ext>
            </a:extLst>
          </p:cNvPr>
          <p:cNvSpPr/>
          <p:nvPr/>
        </p:nvSpPr>
        <p:spPr>
          <a:xfrm>
            <a:off x="841339" y="5512443"/>
            <a:ext cx="6862526" cy="37963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5CF14E-51DA-436A-80F3-09878D4C697C}"/>
              </a:ext>
            </a:extLst>
          </p:cNvPr>
          <p:cNvSpPr/>
          <p:nvPr/>
        </p:nvSpPr>
        <p:spPr>
          <a:xfrm>
            <a:off x="841339" y="4190605"/>
            <a:ext cx="6862526" cy="7547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796C88-3F47-4347-84EA-07876AD0F995}"/>
              </a:ext>
            </a:extLst>
          </p:cNvPr>
          <p:cNvSpPr txBox="1"/>
          <p:nvPr/>
        </p:nvSpPr>
        <p:spPr>
          <a:xfrm>
            <a:off x="7905338" y="3466877"/>
            <a:ext cx="4172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i="1" dirty="0">
                <a:solidFill>
                  <a:srgbClr val="C00000"/>
                </a:solidFill>
              </a:rPr>
              <a:t> Superiority of Attentional Network </a:t>
            </a:r>
            <a:endParaRPr lang="zh-CN" altLang="en-US" sz="2400" i="1" dirty="0">
              <a:solidFill>
                <a:srgbClr val="C0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ADC32C-AA4E-4A3B-AB33-DFD1476B8050}"/>
              </a:ext>
            </a:extLst>
          </p:cNvPr>
          <p:cNvSpPr/>
          <p:nvPr/>
        </p:nvSpPr>
        <p:spPr>
          <a:xfrm>
            <a:off x="841339" y="5274036"/>
            <a:ext cx="1272227" cy="618040"/>
          </a:xfrm>
          <a:prstGeom prst="rect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2A1993-EB88-49C1-BE34-F60EFB29F70D}"/>
              </a:ext>
            </a:extLst>
          </p:cNvPr>
          <p:cNvSpPr txBox="1"/>
          <p:nvPr/>
        </p:nvSpPr>
        <p:spPr>
          <a:xfrm>
            <a:off x="7905338" y="4566391"/>
            <a:ext cx="4172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i="1" dirty="0">
                <a:solidFill>
                  <a:srgbClr val="002060"/>
                </a:solidFill>
              </a:rPr>
              <a:t> Better utilization of history</a:t>
            </a:r>
            <a:endParaRPr lang="zh-CN" altLang="en-US" sz="24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6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30094" y="1118742"/>
            <a:ext cx="12342471" cy="47181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817" y="946342"/>
            <a:ext cx="6291617" cy="213988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839680" y="2928232"/>
            <a:ext cx="7795212" cy="2811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600"/>
              </a:spcBef>
            </a:pPr>
            <a:r>
              <a:rPr lang="en-US" altLang="zh-CN" sz="2800" dirty="0">
                <a:ea typeface="+mj-ea"/>
              </a:rPr>
              <a:t>Tong Xia</a:t>
            </a:r>
          </a:p>
          <a:p>
            <a:pPr algn="ctr">
              <a:lnSpc>
                <a:spcPts val="2600"/>
              </a:lnSpc>
              <a:spcBef>
                <a:spcPts val="600"/>
              </a:spcBef>
            </a:pPr>
            <a:r>
              <a:rPr lang="en-US" altLang="zh-CN" sz="2800" dirty="0">
                <a:ea typeface="+mj-ea"/>
                <a:hlinkClick r:id="rId3"/>
              </a:rPr>
              <a:t>https://xtxiatong.github.io/</a:t>
            </a:r>
            <a:endParaRPr lang="en-US" altLang="zh-CN" sz="2800" dirty="0">
              <a:ea typeface="+mj-ea"/>
            </a:endParaRPr>
          </a:p>
          <a:p>
            <a:pPr algn="ctr">
              <a:lnSpc>
                <a:spcPts val="2600"/>
              </a:lnSpc>
              <a:spcBef>
                <a:spcPts val="600"/>
              </a:spcBef>
            </a:pPr>
            <a:endParaRPr lang="en-US" altLang="zh-CN" sz="2800" dirty="0">
              <a:ea typeface="+mj-ea"/>
            </a:endParaRPr>
          </a:p>
          <a:p>
            <a:pPr algn="ctr">
              <a:lnSpc>
                <a:spcPts val="2600"/>
              </a:lnSpc>
              <a:spcBef>
                <a:spcPts val="600"/>
              </a:spcBef>
            </a:pPr>
            <a:endParaRPr lang="en-US" altLang="zh-CN" sz="2800" dirty="0">
              <a:ea typeface="+mj-ea"/>
            </a:endParaRPr>
          </a:p>
          <a:p>
            <a:pPr algn="ctr">
              <a:lnSpc>
                <a:spcPts val="2600"/>
              </a:lnSpc>
              <a:spcBef>
                <a:spcPts val="600"/>
              </a:spcBef>
            </a:pPr>
            <a:r>
              <a:rPr lang="en-US" altLang="zh-CN" sz="2800" dirty="0">
                <a:ea typeface="+mj-ea"/>
              </a:rPr>
              <a:t>Code</a:t>
            </a:r>
            <a:r>
              <a:rPr lang="zh-CN" altLang="en-US" sz="2800" dirty="0">
                <a:ea typeface="+mj-ea"/>
              </a:rPr>
              <a:t> </a:t>
            </a:r>
            <a:r>
              <a:rPr lang="en-US" altLang="zh-CN" sz="2800" dirty="0">
                <a:ea typeface="+mj-ea"/>
              </a:rPr>
              <a:t>and</a:t>
            </a:r>
            <a:r>
              <a:rPr lang="zh-CN" altLang="en-US" sz="2800" dirty="0">
                <a:ea typeface="+mj-ea"/>
              </a:rPr>
              <a:t> </a:t>
            </a:r>
            <a:r>
              <a:rPr lang="en-US" altLang="zh-CN" sz="2800" dirty="0">
                <a:ea typeface="+mj-ea"/>
              </a:rPr>
              <a:t>data: </a:t>
            </a:r>
            <a:r>
              <a:rPr lang="en-GB" altLang="zh-CN" sz="2800" b="0" i="0" dirty="0">
                <a:effectLst/>
                <a:latin typeface="Arial" panose="020B0604020202020204" pitchFamily="34" charset="0"/>
                <a:hlinkClick r:id="rId4"/>
              </a:rPr>
              <a:t>https://github.com/XTxiatong/AttnMove</a:t>
            </a:r>
            <a:endParaRPr lang="en-GB" altLang="zh-CN" sz="2800" b="0" i="0" dirty="0">
              <a:effectLst/>
              <a:latin typeface="Arial" panose="020B0604020202020204" pitchFamily="34" charset="0"/>
            </a:endParaRPr>
          </a:p>
          <a:p>
            <a:pPr algn="ctr">
              <a:lnSpc>
                <a:spcPts val="2600"/>
              </a:lnSpc>
              <a:spcBef>
                <a:spcPts val="600"/>
              </a:spcBef>
            </a:pPr>
            <a:endParaRPr lang="en-US" altLang="zh-CN" sz="2800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903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7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520B0621022B4CA37193CEB4BD4006" ma:contentTypeVersion="13" ma:contentTypeDescription="Create a new document." ma:contentTypeScope="" ma:versionID="cfe9ef737fb2ae655456fe470e3de886">
  <xsd:schema xmlns:xsd="http://www.w3.org/2001/XMLSchema" xmlns:xs="http://www.w3.org/2001/XMLSchema" xmlns:p="http://schemas.microsoft.com/office/2006/metadata/properties" xmlns:ns2="45e91f00-0250-4a60-970e-f6ee534b485a" xmlns:ns3="03902022-5f07-415b-99da-02f7a843c2d0" targetNamespace="http://schemas.microsoft.com/office/2006/metadata/properties" ma:root="true" ma:fieldsID="1f8918928c275871385115b2196c7a39" ns2:_="" ns3:_="">
    <xsd:import namespace="45e91f00-0250-4a60-970e-f6ee534b485a"/>
    <xsd:import namespace="03902022-5f07-415b-99da-02f7a843c2d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e91f00-0250-4a60-970e-f6ee534b485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02022-5f07-415b-99da-02f7a843c2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3D684D-EF6F-4F7B-8211-64688BE7A1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474A70-BFC8-4761-970B-B1199D354F6A}">
  <ds:schemaRefs>
    <ds:schemaRef ds:uri="http://schemas.microsoft.com/office/2006/metadata/properties"/>
    <ds:schemaRef ds:uri="http://schemas.microsoft.com/office/2006/documentManagement/types"/>
    <ds:schemaRef ds:uri="03902022-5f07-415b-99da-02f7a843c2d0"/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5e91f00-0250-4a60-970e-f6ee534b485a"/>
  </ds:schemaRefs>
</ds:datastoreItem>
</file>

<file path=customXml/itemProps3.xml><?xml version="1.0" encoding="utf-8"?>
<ds:datastoreItem xmlns:ds="http://schemas.openxmlformats.org/officeDocument/2006/customXml" ds:itemID="{F34233DA-3D9D-4C0F-A740-A2F2EA5D50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e91f00-0250-4a60-970e-f6ee534b485a"/>
    <ds:schemaRef ds:uri="03902022-5f07-415b-99da-02f7a843c2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8150</TotalTime>
  <Words>305</Words>
  <Application>Microsoft Office PowerPoint</Application>
  <PresentationFormat>宽屏</PresentationFormat>
  <Paragraphs>70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Arial</vt:lpstr>
      <vt:lpstr>Calibri</vt:lpstr>
      <vt:lpstr>Cambria Math</vt:lpstr>
      <vt:lpstr>Verdana</vt:lpstr>
      <vt:lpstr>Wingdings</vt:lpstr>
      <vt:lpstr>Office Theme</vt:lpstr>
      <vt:lpstr>PowerPoint 演示文稿</vt:lpstr>
      <vt:lpstr>Background</vt:lpstr>
      <vt:lpstr>Problem</vt:lpstr>
      <vt:lpstr>Solution</vt:lpstr>
      <vt:lpstr>Results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Weisheng Zhu</dc:creator>
  <cp:lastModifiedBy>Tong Xia</cp:lastModifiedBy>
  <cp:revision>199</cp:revision>
  <dcterms:created xsi:type="dcterms:W3CDTF">2019-07-25T02:40:13Z</dcterms:created>
  <dcterms:modified xsi:type="dcterms:W3CDTF">2021-01-04T11:55:40Z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t-weiszh@microsoft.com</vt:lpwstr>
  </property>
  <property fmtid="{D5CDD505-2E9C-101B-9397-08002B2CF9AE}" pid="5" name="MSIP_Label_f42aa342-8706-4288-bd11-ebb85995028c_SetDate">
    <vt:lpwstr>2019-07-25T06:33:15.4457998Z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89c5bf5f-33b9-4fc1-bd99-04ee503b4f85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ContentTypeId">
    <vt:lpwstr>0x0101004D520B0621022B4CA37193CEB4BD4006</vt:lpwstr>
  </property>
</Properties>
</file>